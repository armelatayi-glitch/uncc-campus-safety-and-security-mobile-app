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325" r:id="rId4"/>
    <p:sldId id="338" r:id="rId5"/>
    <p:sldId id="339" r:id="rId6"/>
    <p:sldId id="333" r:id="rId7"/>
    <p:sldId id="340" r:id="rId8"/>
    <p:sldId id="341" r:id="rId9"/>
    <p:sldId id="342" r:id="rId10"/>
    <p:sldId id="345" r:id="rId11"/>
    <p:sldId id="34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98"/>
    <p:restoredTop sz="96197"/>
  </p:normalViewPr>
  <p:slideViewPr>
    <p:cSldViewPr snapToGrid="0">
      <p:cViewPr varScale="1">
        <p:scale>
          <a:sx n="109" d="100"/>
          <a:sy n="109" d="100"/>
        </p:scale>
        <p:origin x="20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129A68-7F59-4C23-985B-DB5DD5D9F6B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9B73450-A3F1-4ED6-A3FA-AA097DDBF1E7}">
      <dgm:prSet/>
      <dgm:spPr/>
      <dgm:t>
        <a:bodyPr/>
        <a:lstStyle/>
        <a:p>
          <a:r>
            <a:rPr lang="en-IN" dirty="0"/>
            <a:t>Unreliable Data Sources </a:t>
          </a:r>
          <a:endParaRPr lang="en-US" dirty="0"/>
        </a:p>
      </dgm:t>
    </dgm:pt>
    <dgm:pt modelId="{CAF8E33C-D390-4AF6-BB14-4FC80CBE1B54}" type="parTrans" cxnId="{222F1960-FA38-4967-93AE-4AF2262F2210}">
      <dgm:prSet/>
      <dgm:spPr/>
      <dgm:t>
        <a:bodyPr/>
        <a:lstStyle/>
        <a:p>
          <a:endParaRPr lang="en-US"/>
        </a:p>
      </dgm:t>
    </dgm:pt>
    <dgm:pt modelId="{E30F0B06-5713-4A29-A926-77154F4DE7E7}" type="sibTrans" cxnId="{222F1960-FA38-4967-93AE-4AF2262F2210}">
      <dgm:prSet/>
      <dgm:spPr/>
      <dgm:t>
        <a:bodyPr/>
        <a:lstStyle/>
        <a:p>
          <a:endParaRPr lang="en-US"/>
        </a:p>
      </dgm:t>
    </dgm:pt>
    <dgm:pt modelId="{4DC8A238-EFAF-4852-B32C-7C96BEF4A253}">
      <dgm:prSet/>
      <dgm:spPr/>
      <dgm:t>
        <a:bodyPr/>
        <a:lstStyle/>
        <a:p>
          <a:r>
            <a:rPr lang="en-IN"/>
            <a:t>Expert Unavailability </a:t>
          </a:r>
          <a:endParaRPr lang="en-US"/>
        </a:p>
      </dgm:t>
    </dgm:pt>
    <dgm:pt modelId="{58984A8B-A6D2-4AC7-8360-B6E2A74BF221}" type="parTrans" cxnId="{E6BEA7F8-B0B7-40C3-A56F-C415B3CB7EDE}">
      <dgm:prSet/>
      <dgm:spPr/>
      <dgm:t>
        <a:bodyPr/>
        <a:lstStyle/>
        <a:p>
          <a:endParaRPr lang="en-US"/>
        </a:p>
      </dgm:t>
    </dgm:pt>
    <dgm:pt modelId="{4B73E119-1D3B-43CC-93DA-7F41B6F32DD9}" type="sibTrans" cxnId="{E6BEA7F8-B0B7-40C3-A56F-C415B3CB7EDE}">
      <dgm:prSet/>
      <dgm:spPr/>
      <dgm:t>
        <a:bodyPr/>
        <a:lstStyle/>
        <a:p>
          <a:endParaRPr lang="en-US"/>
        </a:p>
      </dgm:t>
    </dgm:pt>
    <dgm:pt modelId="{A1C9BC89-8D56-4767-97EB-E39D9C716A6E}">
      <dgm:prSet/>
      <dgm:spPr>
        <a:solidFill>
          <a:srgbClr val="4472C4"/>
        </a:solidFill>
      </dgm:spPr>
      <dgm:t>
        <a:bodyPr/>
        <a:lstStyle/>
        <a:p>
          <a:r>
            <a:rPr lang="en-IN" dirty="0"/>
            <a:t>Legal and Regulatory Changes</a:t>
          </a:r>
          <a:endParaRPr lang="en-US" dirty="0"/>
        </a:p>
      </dgm:t>
    </dgm:pt>
    <dgm:pt modelId="{BC38DE1E-D1CE-464C-BD45-800E5602ECD9}" type="parTrans" cxnId="{C0ED5A53-3A0C-4253-9734-5EE783BE1BB2}">
      <dgm:prSet/>
      <dgm:spPr/>
      <dgm:t>
        <a:bodyPr/>
        <a:lstStyle/>
        <a:p>
          <a:endParaRPr lang="en-US"/>
        </a:p>
      </dgm:t>
    </dgm:pt>
    <dgm:pt modelId="{D3265FB8-6EF4-4403-8101-ECAECA960F5F}" type="sibTrans" cxnId="{C0ED5A53-3A0C-4253-9734-5EE783BE1BB2}">
      <dgm:prSet/>
      <dgm:spPr/>
      <dgm:t>
        <a:bodyPr/>
        <a:lstStyle/>
        <a:p>
          <a:endParaRPr lang="en-US"/>
        </a:p>
      </dgm:t>
    </dgm:pt>
    <dgm:pt modelId="{B20BE4D4-D49A-40D3-BA06-C6BBEBAF5B08}">
      <dgm:prSet/>
      <dgm:spPr/>
      <dgm:t>
        <a:bodyPr/>
        <a:lstStyle/>
        <a:p>
          <a:r>
            <a:rPr lang="en-IN"/>
            <a:t>Market Dynamics Shift </a:t>
          </a:r>
          <a:endParaRPr lang="en-US"/>
        </a:p>
      </dgm:t>
    </dgm:pt>
    <dgm:pt modelId="{019BD6E6-1A5E-464E-AFE0-1EA2F26FF744}" type="parTrans" cxnId="{A7DC72C8-8A87-4E71-BD37-E38586B341B0}">
      <dgm:prSet/>
      <dgm:spPr/>
      <dgm:t>
        <a:bodyPr/>
        <a:lstStyle/>
        <a:p>
          <a:endParaRPr lang="en-US"/>
        </a:p>
      </dgm:t>
    </dgm:pt>
    <dgm:pt modelId="{283EAAEA-6E71-42AE-99D4-38F1ADFF0A84}" type="sibTrans" cxnId="{A7DC72C8-8A87-4E71-BD37-E38586B341B0}">
      <dgm:prSet/>
      <dgm:spPr/>
      <dgm:t>
        <a:bodyPr/>
        <a:lstStyle/>
        <a:p>
          <a:endParaRPr lang="en-US"/>
        </a:p>
      </dgm:t>
    </dgm:pt>
    <dgm:pt modelId="{A4204010-3CE2-409A-A3FC-8EAD07A32E22}">
      <dgm:prSet/>
      <dgm:spPr>
        <a:solidFill>
          <a:srgbClr val="4472C4"/>
        </a:solidFill>
      </dgm:spPr>
      <dgm:t>
        <a:bodyPr/>
        <a:lstStyle/>
        <a:p>
          <a:r>
            <a:rPr lang="en-IN" dirty="0"/>
            <a:t>Vendor Reliability</a:t>
          </a:r>
          <a:endParaRPr lang="en-US" dirty="0"/>
        </a:p>
      </dgm:t>
    </dgm:pt>
    <dgm:pt modelId="{C731A1BB-8621-4481-AACE-C00DF79D5991}" type="parTrans" cxnId="{6DD5426F-B332-4768-87F0-568D4DE2CC41}">
      <dgm:prSet/>
      <dgm:spPr/>
      <dgm:t>
        <a:bodyPr/>
        <a:lstStyle/>
        <a:p>
          <a:endParaRPr lang="en-US"/>
        </a:p>
      </dgm:t>
    </dgm:pt>
    <dgm:pt modelId="{C1207602-6DA8-461D-AFC2-55FEEE504939}" type="sibTrans" cxnId="{6DD5426F-B332-4768-87F0-568D4DE2CC41}">
      <dgm:prSet/>
      <dgm:spPr/>
      <dgm:t>
        <a:bodyPr/>
        <a:lstStyle/>
        <a:p>
          <a:endParaRPr lang="en-US"/>
        </a:p>
      </dgm:t>
    </dgm:pt>
    <dgm:pt modelId="{A2E63137-AE67-4F4D-AB3B-E27494589CE4}">
      <dgm:prSet/>
      <dgm:spPr/>
      <dgm:t>
        <a:bodyPr/>
        <a:lstStyle/>
        <a:p>
          <a:r>
            <a:rPr lang="en-IN"/>
            <a:t>Data Accessibility Issues </a:t>
          </a:r>
          <a:endParaRPr lang="en-US"/>
        </a:p>
      </dgm:t>
    </dgm:pt>
    <dgm:pt modelId="{D2A60508-F6F1-4AAD-BDA1-800F3D28232D}" type="parTrans" cxnId="{778589E0-9E61-48D6-B524-176DD833DD80}">
      <dgm:prSet/>
      <dgm:spPr/>
      <dgm:t>
        <a:bodyPr/>
        <a:lstStyle/>
        <a:p>
          <a:endParaRPr lang="en-US"/>
        </a:p>
      </dgm:t>
    </dgm:pt>
    <dgm:pt modelId="{4591234F-883A-4643-B26D-02B8544EDBBB}" type="sibTrans" cxnId="{778589E0-9E61-48D6-B524-176DD833DD80}">
      <dgm:prSet/>
      <dgm:spPr/>
      <dgm:t>
        <a:bodyPr/>
        <a:lstStyle/>
        <a:p>
          <a:endParaRPr lang="en-US"/>
        </a:p>
      </dgm:t>
    </dgm:pt>
    <dgm:pt modelId="{AECACC56-D0F0-489A-B4C3-8873F12AC87D}">
      <dgm:prSet/>
      <dgm:spPr/>
      <dgm:t>
        <a:bodyPr/>
        <a:lstStyle/>
        <a:p>
          <a:r>
            <a:rPr lang="en-IN"/>
            <a:t>Technology Compatibility </a:t>
          </a:r>
          <a:endParaRPr lang="en-US"/>
        </a:p>
      </dgm:t>
    </dgm:pt>
    <dgm:pt modelId="{DBF62E7C-BD3A-4B27-B976-532F0ADD570D}" type="parTrans" cxnId="{005D8C9B-27BD-4478-B0D7-CEDF924C44AF}">
      <dgm:prSet/>
      <dgm:spPr/>
      <dgm:t>
        <a:bodyPr/>
        <a:lstStyle/>
        <a:p>
          <a:endParaRPr lang="en-US"/>
        </a:p>
      </dgm:t>
    </dgm:pt>
    <dgm:pt modelId="{708E2B72-6CA2-4E51-A2BC-76F465379EC4}" type="sibTrans" cxnId="{005D8C9B-27BD-4478-B0D7-CEDF924C44AF}">
      <dgm:prSet/>
      <dgm:spPr/>
      <dgm:t>
        <a:bodyPr/>
        <a:lstStyle/>
        <a:p>
          <a:endParaRPr lang="en-US"/>
        </a:p>
      </dgm:t>
    </dgm:pt>
    <dgm:pt modelId="{CE1D805B-6B0A-48EA-A21C-0DCA139695BD}">
      <dgm:prSet/>
      <dgm:spPr/>
      <dgm:t>
        <a:bodyPr/>
        <a:lstStyle/>
        <a:p>
          <a:r>
            <a:rPr lang="en-IN"/>
            <a:t>Safety Protocol Changes</a:t>
          </a:r>
          <a:endParaRPr lang="en-US"/>
        </a:p>
      </dgm:t>
    </dgm:pt>
    <dgm:pt modelId="{4B960617-F0D3-4DC1-8CB9-678508447ED6}" type="parTrans" cxnId="{CFD44A73-C1C1-4911-9B1A-E33DCE43E7E5}">
      <dgm:prSet/>
      <dgm:spPr/>
      <dgm:t>
        <a:bodyPr/>
        <a:lstStyle/>
        <a:p>
          <a:endParaRPr lang="en-US"/>
        </a:p>
      </dgm:t>
    </dgm:pt>
    <dgm:pt modelId="{A4CC2914-F5E4-4F8B-8658-24CB064059CE}" type="sibTrans" cxnId="{CFD44A73-C1C1-4911-9B1A-E33DCE43E7E5}">
      <dgm:prSet/>
      <dgm:spPr/>
      <dgm:t>
        <a:bodyPr/>
        <a:lstStyle/>
        <a:p>
          <a:endParaRPr lang="en-US"/>
        </a:p>
      </dgm:t>
    </dgm:pt>
    <dgm:pt modelId="{D4C4D849-0E1D-4FEF-82C5-7764D2093D85}">
      <dgm:prSet/>
      <dgm:spPr/>
      <dgm:t>
        <a:bodyPr/>
        <a:lstStyle/>
        <a:p>
          <a:r>
            <a:rPr lang="en-IN"/>
            <a:t>Market Survey Limitations </a:t>
          </a:r>
          <a:endParaRPr lang="en-US"/>
        </a:p>
      </dgm:t>
    </dgm:pt>
    <dgm:pt modelId="{83C44A4B-060F-41F9-ACF4-59A692505433}" type="parTrans" cxnId="{4F9D5634-B8A0-4EDF-A01B-6ED7D57149B8}">
      <dgm:prSet/>
      <dgm:spPr/>
      <dgm:t>
        <a:bodyPr/>
        <a:lstStyle/>
        <a:p>
          <a:endParaRPr lang="en-US"/>
        </a:p>
      </dgm:t>
    </dgm:pt>
    <dgm:pt modelId="{3078421E-2AF2-4082-8A31-555F0110969A}" type="sibTrans" cxnId="{4F9D5634-B8A0-4EDF-A01B-6ED7D57149B8}">
      <dgm:prSet/>
      <dgm:spPr/>
      <dgm:t>
        <a:bodyPr/>
        <a:lstStyle/>
        <a:p>
          <a:endParaRPr lang="en-US"/>
        </a:p>
      </dgm:t>
    </dgm:pt>
    <dgm:pt modelId="{3820CEFB-9B25-4E00-8CD7-D36969FDA17E}">
      <dgm:prSet/>
      <dgm:spPr/>
      <dgm:t>
        <a:bodyPr/>
        <a:lstStyle/>
        <a:p>
          <a:r>
            <a:rPr lang="en-IN"/>
            <a:t>Documentation Standards Evolution</a:t>
          </a:r>
          <a:endParaRPr lang="en-US"/>
        </a:p>
      </dgm:t>
    </dgm:pt>
    <dgm:pt modelId="{3BF4884F-150D-4565-8916-913A11E85803}" type="parTrans" cxnId="{EBE6C247-D2DD-4C7E-8C94-4BBDB1E4FBEC}">
      <dgm:prSet/>
      <dgm:spPr/>
      <dgm:t>
        <a:bodyPr/>
        <a:lstStyle/>
        <a:p>
          <a:endParaRPr lang="en-US"/>
        </a:p>
      </dgm:t>
    </dgm:pt>
    <dgm:pt modelId="{FC15A51A-173F-447B-9BBC-EB39A9D42FB4}" type="sibTrans" cxnId="{EBE6C247-D2DD-4C7E-8C94-4BBDB1E4FBEC}">
      <dgm:prSet/>
      <dgm:spPr/>
      <dgm:t>
        <a:bodyPr/>
        <a:lstStyle/>
        <a:p>
          <a:endParaRPr lang="en-US"/>
        </a:p>
      </dgm:t>
    </dgm:pt>
    <dgm:pt modelId="{E233B978-7DE6-6048-B224-028FC4B7019D}" type="pres">
      <dgm:prSet presAssocID="{5C129A68-7F59-4C23-985B-DB5DD5D9F6BD}" presName="linear" presStyleCnt="0">
        <dgm:presLayoutVars>
          <dgm:animLvl val="lvl"/>
          <dgm:resizeHandles val="exact"/>
        </dgm:presLayoutVars>
      </dgm:prSet>
      <dgm:spPr/>
    </dgm:pt>
    <dgm:pt modelId="{D67944B9-0174-AB4F-A9CE-64BFA7980195}" type="pres">
      <dgm:prSet presAssocID="{79B73450-A3F1-4ED6-A3FA-AA097DDBF1E7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4B9D5186-6E03-F946-B75C-75451E91BFF8}" type="pres">
      <dgm:prSet presAssocID="{E30F0B06-5713-4A29-A926-77154F4DE7E7}" presName="spacer" presStyleCnt="0"/>
      <dgm:spPr/>
    </dgm:pt>
    <dgm:pt modelId="{B6936305-3875-0B45-9D17-092405DF7328}" type="pres">
      <dgm:prSet presAssocID="{4DC8A238-EFAF-4852-B32C-7C96BEF4A253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C50A0121-0ABC-B64B-A095-C00F82D9899A}" type="pres">
      <dgm:prSet presAssocID="{4B73E119-1D3B-43CC-93DA-7F41B6F32DD9}" presName="spacer" presStyleCnt="0"/>
      <dgm:spPr/>
    </dgm:pt>
    <dgm:pt modelId="{435B93A4-3905-7248-8204-408970C7CF71}" type="pres">
      <dgm:prSet presAssocID="{A1C9BC89-8D56-4767-97EB-E39D9C716A6E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B1828CB2-88B2-0140-B933-6FA2FB31F2F3}" type="pres">
      <dgm:prSet presAssocID="{D3265FB8-6EF4-4403-8101-ECAECA960F5F}" presName="spacer" presStyleCnt="0"/>
      <dgm:spPr/>
    </dgm:pt>
    <dgm:pt modelId="{D80AD613-54C7-2D4E-A8E7-CD6EA35149D2}" type="pres">
      <dgm:prSet presAssocID="{B20BE4D4-D49A-40D3-BA06-C6BBEBAF5B08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ADAB67E7-19C5-0145-8DCE-FC2BDF6265B4}" type="pres">
      <dgm:prSet presAssocID="{283EAAEA-6E71-42AE-99D4-38F1ADFF0A84}" presName="spacer" presStyleCnt="0"/>
      <dgm:spPr/>
    </dgm:pt>
    <dgm:pt modelId="{52396676-79AE-7D4F-AD9D-D857B4183345}" type="pres">
      <dgm:prSet presAssocID="{A4204010-3CE2-409A-A3FC-8EAD07A32E22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FA9F563C-3FDD-9D49-BDD9-A45C2C130AE7}" type="pres">
      <dgm:prSet presAssocID="{C1207602-6DA8-461D-AFC2-55FEEE504939}" presName="spacer" presStyleCnt="0"/>
      <dgm:spPr/>
    </dgm:pt>
    <dgm:pt modelId="{2AB1E61F-027B-CB47-AA37-5662E5FED9A5}" type="pres">
      <dgm:prSet presAssocID="{A2E63137-AE67-4F4D-AB3B-E27494589CE4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7B730AA7-8353-7540-BAA2-128A5EFFC076}" type="pres">
      <dgm:prSet presAssocID="{4591234F-883A-4643-B26D-02B8544EDBBB}" presName="spacer" presStyleCnt="0"/>
      <dgm:spPr/>
    </dgm:pt>
    <dgm:pt modelId="{9C8CC13A-F9AF-354A-B9C9-7EFF9DDADFC8}" type="pres">
      <dgm:prSet presAssocID="{AECACC56-D0F0-489A-B4C3-8873F12AC87D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348EC289-C8A5-9244-AA2F-40DBACAE915C}" type="pres">
      <dgm:prSet presAssocID="{708E2B72-6CA2-4E51-A2BC-76F465379EC4}" presName="spacer" presStyleCnt="0"/>
      <dgm:spPr/>
    </dgm:pt>
    <dgm:pt modelId="{9C7FA005-D66B-BA46-9143-FB4AD74064EB}" type="pres">
      <dgm:prSet presAssocID="{CE1D805B-6B0A-48EA-A21C-0DCA139695BD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6817B27D-5836-0C44-93E1-C766DE6742FF}" type="pres">
      <dgm:prSet presAssocID="{A4CC2914-F5E4-4F8B-8658-24CB064059CE}" presName="spacer" presStyleCnt="0"/>
      <dgm:spPr/>
    </dgm:pt>
    <dgm:pt modelId="{83A9D869-F38F-544D-BF0D-74FBE2C04D5D}" type="pres">
      <dgm:prSet presAssocID="{D4C4D849-0E1D-4FEF-82C5-7764D2093D85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63105A4F-BFEA-1649-9BD3-A69A2DFCE7B8}" type="pres">
      <dgm:prSet presAssocID="{3078421E-2AF2-4082-8A31-555F0110969A}" presName="spacer" presStyleCnt="0"/>
      <dgm:spPr/>
    </dgm:pt>
    <dgm:pt modelId="{F67F4583-11E8-DE4A-859E-B8CF86B753C3}" type="pres">
      <dgm:prSet presAssocID="{3820CEFB-9B25-4E00-8CD7-D36969FDA17E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643DAB03-1506-8446-905C-ABD406D4C5D6}" type="presOf" srcId="{A4204010-3CE2-409A-A3FC-8EAD07A32E22}" destId="{52396676-79AE-7D4F-AD9D-D857B4183345}" srcOrd="0" destOrd="0" presId="urn:microsoft.com/office/officeart/2005/8/layout/vList2"/>
    <dgm:cxn modelId="{8BE7982A-73D7-C541-9E17-148207E294CE}" type="presOf" srcId="{D4C4D849-0E1D-4FEF-82C5-7764D2093D85}" destId="{83A9D869-F38F-544D-BF0D-74FBE2C04D5D}" srcOrd="0" destOrd="0" presId="urn:microsoft.com/office/officeart/2005/8/layout/vList2"/>
    <dgm:cxn modelId="{2D1C1C2C-70AB-0149-BC4D-7EE69AE71ACC}" type="presOf" srcId="{A2E63137-AE67-4F4D-AB3B-E27494589CE4}" destId="{2AB1E61F-027B-CB47-AA37-5662E5FED9A5}" srcOrd="0" destOrd="0" presId="urn:microsoft.com/office/officeart/2005/8/layout/vList2"/>
    <dgm:cxn modelId="{E333682D-BA7A-274B-BEC1-3E6536235814}" type="presOf" srcId="{A1C9BC89-8D56-4767-97EB-E39D9C716A6E}" destId="{435B93A4-3905-7248-8204-408970C7CF71}" srcOrd="0" destOrd="0" presId="urn:microsoft.com/office/officeart/2005/8/layout/vList2"/>
    <dgm:cxn modelId="{4F9D5634-B8A0-4EDF-A01B-6ED7D57149B8}" srcId="{5C129A68-7F59-4C23-985B-DB5DD5D9F6BD}" destId="{D4C4D849-0E1D-4FEF-82C5-7764D2093D85}" srcOrd="8" destOrd="0" parTransId="{83C44A4B-060F-41F9-ACF4-59A692505433}" sibTransId="{3078421E-2AF2-4082-8A31-555F0110969A}"/>
    <dgm:cxn modelId="{EBE6C247-D2DD-4C7E-8C94-4BBDB1E4FBEC}" srcId="{5C129A68-7F59-4C23-985B-DB5DD5D9F6BD}" destId="{3820CEFB-9B25-4E00-8CD7-D36969FDA17E}" srcOrd="9" destOrd="0" parTransId="{3BF4884F-150D-4565-8916-913A11E85803}" sibTransId="{FC15A51A-173F-447B-9BBC-EB39A9D42FB4}"/>
    <dgm:cxn modelId="{C0ED5A53-3A0C-4253-9734-5EE783BE1BB2}" srcId="{5C129A68-7F59-4C23-985B-DB5DD5D9F6BD}" destId="{A1C9BC89-8D56-4767-97EB-E39D9C716A6E}" srcOrd="2" destOrd="0" parTransId="{BC38DE1E-D1CE-464C-BD45-800E5602ECD9}" sibTransId="{D3265FB8-6EF4-4403-8101-ECAECA960F5F}"/>
    <dgm:cxn modelId="{222F1960-FA38-4967-93AE-4AF2262F2210}" srcId="{5C129A68-7F59-4C23-985B-DB5DD5D9F6BD}" destId="{79B73450-A3F1-4ED6-A3FA-AA097DDBF1E7}" srcOrd="0" destOrd="0" parTransId="{CAF8E33C-D390-4AF6-BB14-4FC80CBE1B54}" sibTransId="{E30F0B06-5713-4A29-A926-77154F4DE7E7}"/>
    <dgm:cxn modelId="{6DD5426F-B332-4768-87F0-568D4DE2CC41}" srcId="{5C129A68-7F59-4C23-985B-DB5DD5D9F6BD}" destId="{A4204010-3CE2-409A-A3FC-8EAD07A32E22}" srcOrd="4" destOrd="0" parTransId="{C731A1BB-8621-4481-AACE-C00DF79D5991}" sibTransId="{C1207602-6DA8-461D-AFC2-55FEEE504939}"/>
    <dgm:cxn modelId="{CFD44A73-C1C1-4911-9B1A-E33DCE43E7E5}" srcId="{5C129A68-7F59-4C23-985B-DB5DD5D9F6BD}" destId="{CE1D805B-6B0A-48EA-A21C-0DCA139695BD}" srcOrd="7" destOrd="0" parTransId="{4B960617-F0D3-4DC1-8CB9-678508447ED6}" sibTransId="{A4CC2914-F5E4-4F8B-8658-24CB064059CE}"/>
    <dgm:cxn modelId="{76914C78-42FF-3040-8C11-98775C40439F}" type="presOf" srcId="{4DC8A238-EFAF-4852-B32C-7C96BEF4A253}" destId="{B6936305-3875-0B45-9D17-092405DF7328}" srcOrd="0" destOrd="0" presId="urn:microsoft.com/office/officeart/2005/8/layout/vList2"/>
    <dgm:cxn modelId="{005D8C9B-27BD-4478-B0D7-CEDF924C44AF}" srcId="{5C129A68-7F59-4C23-985B-DB5DD5D9F6BD}" destId="{AECACC56-D0F0-489A-B4C3-8873F12AC87D}" srcOrd="6" destOrd="0" parTransId="{DBF62E7C-BD3A-4B27-B976-532F0ADD570D}" sibTransId="{708E2B72-6CA2-4E51-A2BC-76F465379EC4}"/>
    <dgm:cxn modelId="{C47245A1-E5C7-E140-AD6C-126215408ABA}" type="presOf" srcId="{B20BE4D4-D49A-40D3-BA06-C6BBEBAF5B08}" destId="{D80AD613-54C7-2D4E-A8E7-CD6EA35149D2}" srcOrd="0" destOrd="0" presId="urn:microsoft.com/office/officeart/2005/8/layout/vList2"/>
    <dgm:cxn modelId="{E930BDA1-F7E0-494A-ADFC-67BE08A1A934}" type="presOf" srcId="{3820CEFB-9B25-4E00-8CD7-D36969FDA17E}" destId="{F67F4583-11E8-DE4A-859E-B8CF86B753C3}" srcOrd="0" destOrd="0" presId="urn:microsoft.com/office/officeart/2005/8/layout/vList2"/>
    <dgm:cxn modelId="{A7DC72C8-8A87-4E71-BD37-E38586B341B0}" srcId="{5C129A68-7F59-4C23-985B-DB5DD5D9F6BD}" destId="{B20BE4D4-D49A-40D3-BA06-C6BBEBAF5B08}" srcOrd="3" destOrd="0" parTransId="{019BD6E6-1A5E-464E-AFE0-1EA2F26FF744}" sibTransId="{283EAAEA-6E71-42AE-99D4-38F1ADFF0A84}"/>
    <dgm:cxn modelId="{A04D4FCE-7C71-3745-9F56-7916E6C8C1B9}" type="presOf" srcId="{79B73450-A3F1-4ED6-A3FA-AA097DDBF1E7}" destId="{D67944B9-0174-AB4F-A9CE-64BFA7980195}" srcOrd="0" destOrd="0" presId="urn:microsoft.com/office/officeart/2005/8/layout/vList2"/>
    <dgm:cxn modelId="{247FFAD2-34F0-A94F-B8D3-042E4B66F9ED}" type="presOf" srcId="{AECACC56-D0F0-489A-B4C3-8873F12AC87D}" destId="{9C8CC13A-F9AF-354A-B9C9-7EFF9DDADFC8}" srcOrd="0" destOrd="0" presId="urn:microsoft.com/office/officeart/2005/8/layout/vList2"/>
    <dgm:cxn modelId="{6FF042DA-751A-7740-B67F-FA8319786DEF}" type="presOf" srcId="{5C129A68-7F59-4C23-985B-DB5DD5D9F6BD}" destId="{E233B978-7DE6-6048-B224-028FC4B7019D}" srcOrd="0" destOrd="0" presId="urn:microsoft.com/office/officeart/2005/8/layout/vList2"/>
    <dgm:cxn modelId="{778589E0-9E61-48D6-B524-176DD833DD80}" srcId="{5C129A68-7F59-4C23-985B-DB5DD5D9F6BD}" destId="{A2E63137-AE67-4F4D-AB3B-E27494589CE4}" srcOrd="5" destOrd="0" parTransId="{D2A60508-F6F1-4AAD-BDA1-800F3D28232D}" sibTransId="{4591234F-883A-4643-B26D-02B8544EDBBB}"/>
    <dgm:cxn modelId="{9D62F6EA-869B-6D43-A776-A54967D506C9}" type="presOf" srcId="{CE1D805B-6B0A-48EA-A21C-0DCA139695BD}" destId="{9C7FA005-D66B-BA46-9143-FB4AD74064EB}" srcOrd="0" destOrd="0" presId="urn:microsoft.com/office/officeart/2005/8/layout/vList2"/>
    <dgm:cxn modelId="{E6BEA7F8-B0B7-40C3-A56F-C415B3CB7EDE}" srcId="{5C129A68-7F59-4C23-985B-DB5DD5D9F6BD}" destId="{4DC8A238-EFAF-4852-B32C-7C96BEF4A253}" srcOrd="1" destOrd="0" parTransId="{58984A8B-A6D2-4AC7-8360-B6E2A74BF221}" sibTransId="{4B73E119-1D3B-43CC-93DA-7F41B6F32DD9}"/>
    <dgm:cxn modelId="{9EC1341D-7BC9-5E4D-9E83-85EE15D42ED4}" type="presParOf" srcId="{E233B978-7DE6-6048-B224-028FC4B7019D}" destId="{D67944B9-0174-AB4F-A9CE-64BFA7980195}" srcOrd="0" destOrd="0" presId="urn:microsoft.com/office/officeart/2005/8/layout/vList2"/>
    <dgm:cxn modelId="{93839CC2-2F2B-234C-B30D-4A99FCBB3EDB}" type="presParOf" srcId="{E233B978-7DE6-6048-B224-028FC4B7019D}" destId="{4B9D5186-6E03-F946-B75C-75451E91BFF8}" srcOrd="1" destOrd="0" presId="urn:microsoft.com/office/officeart/2005/8/layout/vList2"/>
    <dgm:cxn modelId="{0F57C743-55C3-CF4E-A783-4951FFA6B08B}" type="presParOf" srcId="{E233B978-7DE6-6048-B224-028FC4B7019D}" destId="{B6936305-3875-0B45-9D17-092405DF7328}" srcOrd="2" destOrd="0" presId="urn:microsoft.com/office/officeart/2005/8/layout/vList2"/>
    <dgm:cxn modelId="{2A438C80-E7E5-D441-A2B3-938C28B464DE}" type="presParOf" srcId="{E233B978-7DE6-6048-B224-028FC4B7019D}" destId="{C50A0121-0ABC-B64B-A095-C00F82D9899A}" srcOrd="3" destOrd="0" presId="urn:microsoft.com/office/officeart/2005/8/layout/vList2"/>
    <dgm:cxn modelId="{89505408-138B-7A4F-8227-2D5684321DFB}" type="presParOf" srcId="{E233B978-7DE6-6048-B224-028FC4B7019D}" destId="{435B93A4-3905-7248-8204-408970C7CF71}" srcOrd="4" destOrd="0" presId="urn:microsoft.com/office/officeart/2005/8/layout/vList2"/>
    <dgm:cxn modelId="{08E26B8C-7BC3-DE40-9BBE-EA9297093D29}" type="presParOf" srcId="{E233B978-7DE6-6048-B224-028FC4B7019D}" destId="{B1828CB2-88B2-0140-B933-6FA2FB31F2F3}" srcOrd="5" destOrd="0" presId="urn:microsoft.com/office/officeart/2005/8/layout/vList2"/>
    <dgm:cxn modelId="{97AFB4DB-359C-3448-AA8A-3F6C7A40BBE8}" type="presParOf" srcId="{E233B978-7DE6-6048-B224-028FC4B7019D}" destId="{D80AD613-54C7-2D4E-A8E7-CD6EA35149D2}" srcOrd="6" destOrd="0" presId="urn:microsoft.com/office/officeart/2005/8/layout/vList2"/>
    <dgm:cxn modelId="{8B3B8BAE-6E88-9543-8E76-166A1C895FF6}" type="presParOf" srcId="{E233B978-7DE6-6048-B224-028FC4B7019D}" destId="{ADAB67E7-19C5-0145-8DCE-FC2BDF6265B4}" srcOrd="7" destOrd="0" presId="urn:microsoft.com/office/officeart/2005/8/layout/vList2"/>
    <dgm:cxn modelId="{58BD4DFF-9478-9541-BA9E-C50F7B0265BE}" type="presParOf" srcId="{E233B978-7DE6-6048-B224-028FC4B7019D}" destId="{52396676-79AE-7D4F-AD9D-D857B4183345}" srcOrd="8" destOrd="0" presId="urn:microsoft.com/office/officeart/2005/8/layout/vList2"/>
    <dgm:cxn modelId="{2175DAF1-BCEC-9441-A155-E2FAFA30C19E}" type="presParOf" srcId="{E233B978-7DE6-6048-B224-028FC4B7019D}" destId="{FA9F563C-3FDD-9D49-BDD9-A45C2C130AE7}" srcOrd="9" destOrd="0" presId="urn:microsoft.com/office/officeart/2005/8/layout/vList2"/>
    <dgm:cxn modelId="{A5A0DDC2-360C-1348-B785-1FB002F18B32}" type="presParOf" srcId="{E233B978-7DE6-6048-B224-028FC4B7019D}" destId="{2AB1E61F-027B-CB47-AA37-5662E5FED9A5}" srcOrd="10" destOrd="0" presId="urn:microsoft.com/office/officeart/2005/8/layout/vList2"/>
    <dgm:cxn modelId="{90CA975C-87CB-7C4B-8695-C7B68FA66BDA}" type="presParOf" srcId="{E233B978-7DE6-6048-B224-028FC4B7019D}" destId="{7B730AA7-8353-7540-BAA2-128A5EFFC076}" srcOrd="11" destOrd="0" presId="urn:microsoft.com/office/officeart/2005/8/layout/vList2"/>
    <dgm:cxn modelId="{D788A86B-5D0C-B54E-93B5-3F3B911ADA11}" type="presParOf" srcId="{E233B978-7DE6-6048-B224-028FC4B7019D}" destId="{9C8CC13A-F9AF-354A-B9C9-7EFF9DDADFC8}" srcOrd="12" destOrd="0" presId="urn:microsoft.com/office/officeart/2005/8/layout/vList2"/>
    <dgm:cxn modelId="{583C552F-C737-2842-9331-396A3F966249}" type="presParOf" srcId="{E233B978-7DE6-6048-B224-028FC4B7019D}" destId="{348EC289-C8A5-9244-AA2F-40DBACAE915C}" srcOrd="13" destOrd="0" presId="urn:microsoft.com/office/officeart/2005/8/layout/vList2"/>
    <dgm:cxn modelId="{5A3C5C84-2535-324D-BE53-AB8BC68BA893}" type="presParOf" srcId="{E233B978-7DE6-6048-B224-028FC4B7019D}" destId="{9C7FA005-D66B-BA46-9143-FB4AD74064EB}" srcOrd="14" destOrd="0" presId="urn:microsoft.com/office/officeart/2005/8/layout/vList2"/>
    <dgm:cxn modelId="{D3C9F268-1408-5E4C-90FC-0397A5928FA2}" type="presParOf" srcId="{E233B978-7DE6-6048-B224-028FC4B7019D}" destId="{6817B27D-5836-0C44-93E1-C766DE6742FF}" srcOrd="15" destOrd="0" presId="urn:microsoft.com/office/officeart/2005/8/layout/vList2"/>
    <dgm:cxn modelId="{BE015387-496A-AB41-A67C-5A58E41E0C91}" type="presParOf" srcId="{E233B978-7DE6-6048-B224-028FC4B7019D}" destId="{83A9D869-F38F-544D-BF0D-74FBE2C04D5D}" srcOrd="16" destOrd="0" presId="urn:microsoft.com/office/officeart/2005/8/layout/vList2"/>
    <dgm:cxn modelId="{FA290B0A-2772-FD42-A8D9-097416A39645}" type="presParOf" srcId="{E233B978-7DE6-6048-B224-028FC4B7019D}" destId="{63105A4F-BFEA-1649-9BD3-A69A2DFCE7B8}" srcOrd="17" destOrd="0" presId="urn:microsoft.com/office/officeart/2005/8/layout/vList2"/>
    <dgm:cxn modelId="{725B1ADE-4805-7F4C-9251-0E180C4B0799}" type="presParOf" srcId="{E233B978-7DE6-6048-B224-028FC4B7019D}" destId="{F67F4583-11E8-DE4A-859E-B8CF86B753C3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129A68-7F59-4C23-985B-DB5DD5D9F6B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9B73450-A3F1-4ED6-A3FA-AA097DDBF1E7}">
      <dgm:prSet/>
      <dgm:spPr>
        <a:solidFill>
          <a:schemeClr val="accent2"/>
        </a:solidFill>
      </dgm:spPr>
      <dgm:t>
        <a:bodyPr/>
        <a:lstStyle/>
        <a:p>
          <a:r>
            <a: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Incomplete Market Research</a:t>
          </a:r>
          <a:r>
            <a:rPr lang="en-IN" dirty="0">
              <a:effectLst/>
            </a:rPr>
            <a:t> </a:t>
          </a:r>
          <a:endParaRPr lang="en-US" dirty="0"/>
        </a:p>
      </dgm:t>
    </dgm:pt>
    <dgm:pt modelId="{CAF8E33C-D390-4AF6-BB14-4FC80CBE1B54}" type="parTrans" cxnId="{222F1960-FA38-4967-93AE-4AF2262F2210}">
      <dgm:prSet/>
      <dgm:spPr/>
      <dgm:t>
        <a:bodyPr/>
        <a:lstStyle/>
        <a:p>
          <a:endParaRPr lang="en-US"/>
        </a:p>
      </dgm:t>
    </dgm:pt>
    <dgm:pt modelId="{E30F0B06-5713-4A29-A926-77154F4DE7E7}" type="sibTrans" cxnId="{222F1960-FA38-4967-93AE-4AF2262F2210}">
      <dgm:prSet/>
      <dgm:spPr/>
      <dgm:t>
        <a:bodyPr/>
        <a:lstStyle/>
        <a:p>
          <a:endParaRPr lang="en-US"/>
        </a:p>
      </dgm:t>
    </dgm:pt>
    <dgm:pt modelId="{4DC8A238-EFAF-4852-B32C-7C96BEF4A253}">
      <dgm:prSet/>
      <dgm:spPr>
        <a:solidFill>
          <a:schemeClr val="accent2"/>
        </a:solidFill>
      </dgm:spPr>
      <dgm:t>
        <a:bodyPr/>
        <a:lstStyle/>
        <a:p>
          <a:r>
            <a: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Inadequate Expert Collaboration</a:t>
          </a:r>
          <a:r>
            <a:rPr lang="en-IN" dirty="0">
              <a:effectLst/>
            </a:rPr>
            <a:t> </a:t>
          </a:r>
          <a:endParaRPr lang="en-US" dirty="0"/>
        </a:p>
      </dgm:t>
    </dgm:pt>
    <dgm:pt modelId="{58984A8B-A6D2-4AC7-8360-B6E2A74BF221}" type="parTrans" cxnId="{E6BEA7F8-B0B7-40C3-A56F-C415B3CB7EDE}">
      <dgm:prSet/>
      <dgm:spPr/>
      <dgm:t>
        <a:bodyPr/>
        <a:lstStyle/>
        <a:p>
          <a:endParaRPr lang="en-US"/>
        </a:p>
      </dgm:t>
    </dgm:pt>
    <dgm:pt modelId="{4B73E119-1D3B-43CC-93DA-7F41B6F32DD9}" type="sibTrans" cxnId="{E6BEA7F8-B0B7-40C3-A56F-C415B3CB7EDE}">
      <dgm:prSet/>
      <dgm:spPr/>
      <dgm:t>
        <a:bodyPr/>
        <a:lstStyle/>
        <a:p>
          <a:endParaRPr lang="en-US"/>
        </a:p>
      </dgm:t>
    </dgm:pt>
    <dgm:pt modelId="{A1C9BC89-8D56-4767-97EB-E39D9C716A6E}">
      <dgm:prSet custT="1"/>
      <dgm:spPr>
        <a:solidFill>
          <a:schemeClr val="accent2"/>
        </a:solidFill>
      </dgm:spPr>
      <dgm:t>
        <a:bodyPr/>
        <a:lstStyle/>
        <a:p>
          <a:r>
            <a:rPr lang="en-IN" sz="1500" kern="1200" dirty="0"/>
            <a:t>Data Collection Delays</a:t>
          </a:r>
          <a:endParaRPr lang="en-US" sz="1500" kern="1200" dirty="0">
            <a:solidFill>
              <a:prstClr val="white"/>
            </a:solidFill>
            <a:effectLst/>
            <a:latin typeface="Calibri" panose="020F0502020204030204" pitchFamily="34" charset="0"/>
            <a:ea typeface="Calibri" panose="020F0502020204030204" pitchFamily="34" charset="0"/>
            <a:cs typeface="Times New Roman" panose="02020603050405020304" pitchFamily="18" charset="0"/>
          </a:endParaRPr>
        </a:p>
      </dgm:t>
    </dgm:pt>
    <dgm:pt modelId="{BC38DE1E-D1CE-464C-BD45-800E5602ECD9}" type="parTrans" cxnId="{C0ED5A53-3A0C-4253-9734-5EE783BE1BB2}">
      <dgm:prSet/>
      <dgm:spPr/>
      <dgm:t>
        <a:bodyPr/>
        <a:lstStyle/>
        <a:p>
          <a:endParaRPr lang="en-US"/>
        </a:p>
      </dgm:t>
    </dgm:pt>
    <dgm:pt modelId="{D3265FB8-6EF4-4403-8101-ECAECA960F5F}" type="sibTrans" cxnId="{C0ED5A53-3A0C-4253-9734-5EE783BE1BB2}">
      <dgm:prSet/>
      <dgm:spPr/>
      <dgm:t>
        <a:bodyPr/>
        <a:lstStyle/>
        <a:p>
          <a:endParaRPr lang="en-US"/>
        </a:p>
      </dgm:t>
    </dgm:pt>
    <dgm:pt modelId="{B20BE4D4-D49A-40D3-BA06-C6BBEBAF5B08}">
      <dgm:prSet/>
      <dgm:spPr>
        <a:solidFill>
          <a:schemeClr val="accent2"/>
        </a:solidFill>
      </dgm:spPr>
      <dgm:t>
        <a:bodyPr/>
        <a:lstStyle/>
        <a:p>
          <a:r>
            <a: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Procurement Process Challenges</a:t>
          </a:r>
          <a:r>
            <a:rPr lang="en-IN" dirty="0">
              <a:effectLst/>
            </a:rPr>
            <a:t> </a:t>
          </a:r>
          <a:endParaRPr lang="en-US" dirty="0"/>
        </a:p>
      </dgm:t>
    </dgm:pt>
    <dgm:pt modelId="{019BD6E6-1A5E-464E-AFE0-1EA2F26FF744}" type="parTrans" cxnId="{A7DC72C8-8A87-4E71-BD37-E38586B341B0}">
      <dgm:prSet/>
      <dgm:spPr/>
      <dgm:t>
        <a:bodyPr/>
        <a:lstStyle/>
        <a:p>
          <a:endParaRPr lang="en-US"/>
        </a:p>
      </dgm:t>
    </dgm:pt>
    <dgm:pt modelId="{283EAAEA-6E71-42AE-99D4-38F1ADFF0A84}" type="sibTrans" cxnId="{A7DC72C8-8A87-4E71-BD37-E38586B341B0}">
      <dgm:prSet/>
      <dgm:spPr/>
      <dgm:t>
        <a:bodyPr/>
        <a:lstStyle/>
        <a:p>
          <a:endParaRPr lang="en-US"/>
        </a:p>
      </dgm:t>
    </dgm:pt>
    <dgm:pt modelId="{A4204010-3CE2-409A-A3FC-8EAD07A32E22}">
      <dgm:prSet/>
      <dgm:spPr>
        <a:solidFill>
          <a:schemeClr val="accent2"/>
        </a:solidFill>
      </dgm:spPr>
      <dgm:t>
        <a:bodyPr/>
        <a:lstStyle/>
        <a:p>
          <a:r>
            <a: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Integration Complexity</a:t>
          </a:r>
          <a:r>
            <a:rPr lang="en-IN" dirty="0">
              <a:effectLst/>
            </a:rPr>
            <a:t> </a:t>
          </a:r>
          <a:endParaRPr lang="en-US" dirty="0"/>
        </a:p>
      </dgm:t>
    </dgm:pt>
    <dgm:pt modelId="{C731A1BB-8621-4481-AACE-C00DF79D5991}" type="parTrans" cxnId="{6DD5426F-B332-4768-87F0-568D4DE2CC41}">
      <dgm:prSet/>
      <dgm:spPr/>
      <dgm:t>
        <a:bodyPr/>
        <a:lstStyle/>
        <a:p>
          <a:endParaRPr lang="en-US"/>
        </a:p>
      </dgm:t>
    </dgm:pt>
    <dgm:pt modelId="{C1207602-6DA8-461D-AFC2-55FEEE504939}" type="sibTrans" cxnId="{6DD5426F-B332-4768-87F0-568D4DE2CC41}">
      <dgm:prSet/>
      <dgm:spPr/>
      <dgm:t>
        <a:bodyPr/>
        <a:lstStyle/>
        <a:p>
          <a:endParaRPr lang="en-US"/>
        </a:p>
      </dgm:t>
    </dgm:pt>
    <dgm:pt modelId="{A2E63137-AE67-4F4D-AB3B-E27494589CE4}">
      <dgm:prSet custT="1"/>
      <dgm:spPr>
        <a:solidFill>
          <a:schemeClr val="accent2"/>
        </a:solidFill>
      </dgm:spPr>
      <dgm:t>
        <a:bodyPr/>
        <a:lstStyle/>
        <a:p>
          <a:r>
            <a:rPr lang="en-IN" sz="1500" kern="1200" dirty="0"/>
            <a:t>Data Validation Issues</a:t>
          </a:r>
          <a:endParaRPr lang="en-US" sz="1500" kern="1200" dirty="0">
            <a:solidFill>
              <a:prstClr val="white"/>
            </a:solidFill>
            <a:effectLst/>
            <a:latin typeface="Calibri" panose="020F0502020204030204" pitchFamily="34" charset="0"/>
            <a:ea typeface="Calibri" panose="020F0502020204030204" pitchFamily="34" charset="0"/>
            <a:cs typeface="Times New Roman" panose="02020603050405020304" pitchFamily="18" charset="0"/>
          </a:endParaRPr>
        </a:p>
      </dgm:t>
    </dgm:pt>
    <dgm:pt modelId="{D2A60508-F6F1-4AAD-BDA1-800F3D28232D}" type="parTrans" cxnId="{778589E0-9E61-48D6-B524-176DD833DD80}">
      <dgm:prSet/>
      <dgm:spPr/>
      <dgm:t>
        <a:bodyPr/>
        <a:lstStyle/>
        <a:p>
          <a:endParaRPr lang="en-US"/>
        </a:p>
      </dgm:t>
    </dgm:pt>
    <dgm:pt modelId="{4591234F-883A-4643-B26D-02B8544EDBBB}" type="sibTrans" cxnId="{778589E0-9E61-48D6-B524-176DD833DD80}">
      <dgm:prSet/>
      <dgm:spPr/>
      <dgm:t>
        <a:bodyPr/>
        <a:lstStyle/>
        <a:p>
          <a:endParaRPr lang="en-US"/>
        </a:p>
      </dgm:t>
    </dgm:pt>
    <dgm:pt modelId="{AECACC56-D0F0-489A-B4C3-8873F12AC87D}">
      <dgm:prSet/>
      <dgm:spPr>
        <a:solidFill>
          <a:schemeClr val="accent2"/>
        </a:solidFill>
      </dgm:spPr>
      <dgm:t>
        <a:bodyPr/>
        <a:lstStyle/>
        <a:p>
          <a:r>
            <a:rPr lang="en-IN" dirty="0"/>
            <a:t>Security Protocol Gaps</a:t>
          </a:r>
          <a:endParaRPr lang="en-US" dirty="0"/>
        </a:p>
      </dgm:t>
    </dgm:pt>
    <dgm:pt modelId="{DBF62E7C-BD3A-4B27-B976-532F0ADD570D}" type="parTrans" cxnId="{005D8C9B-27BD-4478-B0D7-CEDF924C44AF}">
      <dgm:prSet/>
      <dgm:spPr/>
      <dgm:t>
        <a:bodyPr/>
        <a:lstStyle/>
        <a:p>
          <a:endParaRPr lang="en-US"/>
        </a:p>
      </dgm:t>
    </dgm:pt>
    <dgm:pt modelId="{708E2B72-6CA2-4E51-A2BC-76F465379EC4}" type="sibTrans" cxnId="{005D8C9B-27BD-4478-B0D7-CEDF924C44AF}">
      <dgm:prSet/>
      <dgm:spPr/>
      <dgm:t>
        <a:bodyPr/>
        <a:lstStyle/>
        <a:p>
          <a:endParaRPr lang="en-US"/>
        </a:p>
      </dgm:t>
    </dgm:pt>
    <dgm:pt modelId="{CE1D805B-6B0A-48EA-A21C-0DCA139695BD}">
      <dgm:prSet/>
      <dgm:spPr>
        <a:solidFill>
          <a:schemeClr val="accent2"/>
        </a:solidFill>
      </dgm:spPr>
      <dgm:t>
        <a:bodyPr/>
        <a:lstStyle/>
        <a:p>
          <a:r>
            <a: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Scope Creep in Metadata Definition</a:t>
          </a:r>
          <a:r>
            <a:rPr lang="en-IN" dirty="0">
              <a:effectLst/>
            </a:rPr>
            <a:t> </a:t>
          </a:r>
          <a:endParaRPr lang="en-US" dirty="0"/>
        </a:p>
      </dgm:t>
    </dgm:pt>
    <dgm:pt modelId="{4B960617-F0D3-4DC1-8CB9-678508447ED6}" type="parTrans" cxnId="{CFD44A73-C1C1-4911-9B1A-E33DCE43E7E5}">
      <dgm:prSet/>
      <dgm:spPr/>
      <dgm:t>
        <a:bodyPr/>
        <a:lstStyle/>
        <a:p>
          <a:endParaRPr lang="en-US"/>
        </a:p>
      </dgm:t>
    </dgm:pt>
    <dgm:pt modelId="{A4CC2914-F5E4-4F8B-8658-24CB064059CE}" type="sibTrans" cxnId="{CFD44A73-C1C1-4911-9B1A-E33DCE43E7E5}">
      <dgm:prSet/>
      <dgm:spPr/>
      <dgm:t>
        <a:bodyPr/>
        <a:lstStyle/>
        <a:p>
          <a:endParaRPr lang="en-US"/>
        </a:p>
      </dgm:t>
    </dgm:pt>
    <dgm:pt modelId="{D4C4D849-0E1D-4FEF-82C5-7764D2093D85}">
      <dgm:prSet/>
      <dgm:spPr>
        <a:solidFill>
          <a:schemeClr val="accent2"/>
        </a:solidFill>
      </dgm:spPr>
      <dgm:t>
        <a:bodyPr/>
        <a:lstStyle/>
        <a:p>
          <a:r>
            <a: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Safety Material Gathering Delays</a:t>
          </a:r>
          <a:r>
            <a:rPr lang="en-IN" dirty="0">
              <a:effectLst/>
            </a:rPr>
            <a:t> </a:t>
          </a:r>
          <a:endParaRPr lang="en-US" dirty="0"/>
        </a:p>
      </dgm:t>
    </dgm:pt>
    <dgm:pt modelId="{83C44A4B-060F-41F9-ACF4-59A692505433}" type="parTrans" cxnId="{4F9D5634-B8A0-4EDF-A01B-6ED7D57149B8}">
      <dgm:prSet/>
      <dgm:spPr/>
      <dgm:t>
        <a:bodyPr/>
        <a:lstStyle/>
        <a:p>
          <a:endParaRPr lang="en-US"/>
        </a:p>
      </dgm:t>
    </dgm:pt>
    <dgm:pt modelId="{3078421E-2AF2-4082-8A31-555F0110969A}" type="sibTrans" cxnId="{4F9D5634-B8A0-4EDF-A01B-6ED7D57149B8}">
      <dgm:prSet/>
      <dgm:spPr/>
      <dgm:t>
        <a:bodyPr/>
        <a:lstStyle/>
        <a:p>
          <a:endParaRPr lang="en-US"/>
        </a:p>
      </dgm:t>
    </dgm:pt>
    <dgm:pt modelId="{3820CEFB-9B25-4E00-8CD7-D36969FDA17E}">
      <dgm:prSet/>
      <dgm:spPr>
        <a:solidFill>
          <a:schemeClr val="accent2"/>
        </a:solidFill>
      </dgm:spPr>
      <dgm:t>
        <a:bodyPr/>
        <a:lstStyle/>
        <a:p>
          <a:r>
            <a: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Documentation Challenges</a:t>
          </a:r>
          <a:endParaRPr lang="en-US" dirty="0"/>
        </a:p>
      </dgm:t>
    </dgm:pt>
    <dgm:pt modelId="{3BF4884F-150D-4565-8916-913A11E85803}" type="parTrans" cxnId="{EBE6C247-D2DD-4C7E-8C94-4BBDB1E4FBEC}">
      <dgm:prSet/>
      <dgm:spPr/>
      <dgm:t>
        <a:bodyPr/>
        <a:lstStyle/>
        <a:p>
          <a:endParaRPr lang="en-US"/>
        </a:p>
      </dgm:t>
    </dgm:pt>
    <dgm:pt modelId="{FC15A51A-173F-447B-9BBC-EB39A9D42FB4}" type="sibTrans" cxnId="{EBE6C247-D2DD-4C7E-8C94-4BBDB1E4FBEC}">
      <dgm:prSet/>
      <dgm:spPr/>
      <dgm:t>
        <a:bodyPr/>
        <a:lstStyle/>
        <a:p>
          <a:endParaRPr lang="en-US"/>
        </a:p>
      </dgm:t>
    </dgm:pt>
    <dgm:pt modelId="{E233B978-7DE6-6048-B224-028FC4B7019D}" type="pres">
      <dgm:prSet presAssocID="{5C129A68-7F59-4C23-985B-DB5DD5D9F6BD}" presName="linear" presStyleCnt="0">
        <dgm:presLayoutVars>
          <dgm:animLvl val="lvl"/>
          <dgm:resizeHandles val="exact"/>
        </dgm:presLayoutVars>
      </dgm:prSet>
      <dgm:spPr/>
    </dgm:pt>
    <dgm:pt modelId="{D67944B9-0174-AB4F-A9CE-64BFA7980195}" type="pres">
      <dgm:prSet presAssocID="{79B73450-A3F1-4ED6-A3FA-AA097DDBF1E7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4B9D5186-6E03-F946-B75C-75451E91BFF8}" type="pres">
      <dgm:prSet presAssocID="{E30F0B06-5713-4A29-A926-77154F4DE7E7}" presName="spacer" presStyleCnt="0"/>
      <dgm:spPr/>
    </dgm:pt>
    <dgm:pt modelId="{B6936305-3875-0B45-9D17-092405DF7328}" type="pres">
      <dgm:prSet presAssocID="{4DC8A238-EFAF-4852-B32C-7C96BEF4A253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C50A0121-0ABC-B64B-A095-C00F82D9899A}" type="pres">
      <dgm:prSet presAssocID="{4B73E119-1D3B-43CC-93DA-7F41B6F32DD9}" presName="spacer" presStyleCnt="0"/>
      <dgm:spPr/>
    </dgm:pt>
    <dgm:pt modelId="{435B93A4-3905-7248-8204-408970C7CF71}" type="pres">
      <dgm:prSet presAssocID="{A1C9BC89-8D56-4767-97EB-E39D9C716A6E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B1828CB2-88B2-0140-B933-6FA2FB31F2F3}" type="pres">
      <dgm:prSet presAssocID="{D3265FB8-6EF4-4403-8101-ECAECA960F5F}" presName="spacer" presStyleCnt="0"/>
      <dgm:spPr/>
    </dgm:pt>
    <dgm:pt modelId="{D80AD613-54C7-2D4E-A8E7-CD6EA35149D2}" type="pres">
      <dgm:prSet presAssocID="{B20BE4D4-D49A-40D3-BA06-C6BBEBAF5B08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ADAB67E7-19C5-0145-8DCE-FC2BDF6265B4}" type="pres">
      <dgm:prSet presAssocID="{283EAAEA-6E71-42AE-99D4-38F1ADFF0A84}" presName="spacer" presStyleCnt="0"/>
      <dgm:spPr/>
    </dgm:pt>
    <dgm:pt modelId="{52396676-79AE-7D4F-AD9D-D857B4183345}" type="pres">
      <dgm:prSet presAssocID="{A4204010-3CE2-409A-A3FC-8EAD07A32E22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FA9F563C-3FDD-9D49-BDD9-A45C2C130AE7}" type="pres">
      <dgm:prSet presAssocID="{C1207602-6DA8-461D-AFC2-55FEEE504939}" presName="spacer" presStyleCnt="0"/>
      <dgm:spPr/>
    </dgm:pt>
    <dgm:pt modelId="{2AB1E61F-027B-CB47-AA37-5662E5FED9A5}" type="pres">
      <dgm:prSet presAssocID="{A2E63137-AE67-4F4D-AB3B-E27494589CE4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7B730AA7-8353-7540-BAA2-128A5EFFC076}" type="pres">
      <dgm:prSet presAssocID="{4591234F-883A-4643-B26D-02B8544EDBBB}" presName="spacer" presStyleCnt="0"/>
      <dgm:spPr/>
    </dgm:pt>
    <dgm:pt modelId="{9C8CC13A-F9AF-354A-B9C9-7EFF9DDADFC8}" type="pres">
      <dgm:prSet presAssocID="{AECACC56-D0F0-489A-B4C3-8873F12AC87D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348EC289-C8A5-9244-AA2F-40DBACAE915C}" type="pres">
      <dgm:prSet presAssocID="{708E2B72-6CA2-4E51-A2BC-76F465379EC4}" presName="spacer" presStyleCnt="0"/>
      <dgm:spPr/>
    </dgm:pt>
    <dgm:pt modelId="{9C7FA005-D66B-BA46-9143-FB4AD74064EB}" type="pres">
      <dgm:prSet presAssocID="{CE1D805B-6B0A-48EA-A21C-0DCA139695BD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6817B27D-5836-0C44-93E1-C766DE6742FF}" type="pres">
      <dgm:prSet presAssocID="{A4CC2914-F5E4-4F8B-8658-24CB064059CE}" presName="spacer" presStyleCnt="0"/>
      <dgm:spPr/>
    </dgm:pt>
    <dgm:pt modelId="{83A9D869-F38F-544D-BF0D-74FBE2C04D5D}" type="pres">
      <dgm:prSet presAssocID="{D4C4D849-0E1D-4FEF-82C5-7764D2093D85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63105A4F-BFEA-1649-9BD3-A69A2DFCE7B8}" type="pres">
      <dgm:prSet presAssocID="{3078421E-2AF2-4082-8A31-555F0110969A}" presName="spacer" presStyleCnt="0"/>
      <dgm:spPr/>
    </dgm:pt>
    <dgm:pt modelId="{F67F4583-11E8-DE4A-859E-B8CF86B753C3}" type="pres">
      <dgm:prSet presAssocID="{3820CEFB-9B25-4E00-8CD7-D36969FDA17E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8A01B720-1307-DC43-AFAB-6C9F096B70DE}" type="presOf" srcId="{3820CEFB-9B25-4E00-8CD7-D36969FDA17E}" destId="{F67F4583-11E8-DE4A-859E-B8CF86B753C3}" srcOrd="0" destOrd="0" presId="urn:microsoft.com/office/officeart/2005/8/layout/vList2"/>
    <dgm:cxn modelId="{85CB6823-CC3C-1A48-AAE8-D808571B5100}" type="presOf" srcId="{D4C4D849-0E1D-4FEF-82C5-7764D2093D85}" destId="{83A9D869-F38F-544D-BF0D-74FBE2C04D5D}" srcOrd="0" destOrd="0" presId="urn:microsoft.com/office/officeart/2005/8/layout/vList2"/>
    <dgm:cxn modelId="{ACB51E29-6ED8-EF41-9F69-CCDCA298F2CF}" type="presOf" srcId="{AECACC56-D0F0-489A-B4C3-8873F12AC87D}" destId="{9C8CC13A-F9AF-354A-B9C9-7EFF9DDADFC8}" srcOrd="0" destOrd="0" presId="urn:microsoft.com/office/officeart/2005/8/layout/vList2"/>
    <dgm:cxn modelId="{4F9D5634-B8A0-4EDF-A01B-6ED7D57149B8}" srcId="{5C129A68-7F59-4C23-985B-DB5DD5D9F6BD}" destId="{D4C4D849-0E1D-4FEF-82C5-7764D2093D85}" srcOrd="8" destOrd="0" parTransId="{83C44A4B-060F-41F9-ACF4-59A692505433}" sibTransId="{3078421E-2AF2-4082-8A31-555F0110969A}"/>
    <dgm:cxn modelId="{EBE6C247-D2DD-4C7E-8C94-4BBDB1E4FBEC}" srcId="{5C129A68-7F59-4C23-985B-DB5DD5D9F6BD}" destId="{3820CEFB-9B25-4E00-8CD7-D36969FDA17E}" srcOrd="9" destOrd="0" parTransId="{3BF4884F-150D-4565-8916-913A11E85803}" sibTransId="{FC15A51A-173F-447B-9BBC-EB39A9D42FB4}"/>
    <dgm:cxn modelId="{C0ED5A53-3A0C-4253-9734-5EE783BE1BB2}" srcId="{5C129A68-7F59-4C23-985B-DB5DD5D9F6BD}" destId="{A1C9BC89-8D56-4767-97EB-E39D9C716A6E}" srcOrd="2" destOrd="0" parTransId="{BC38DE1E-D1CE-464C-BD45-800E5602ECD9}" sibTransId="{D3265FB8-6EF4-4403-8101-ECAECA960F5F}"/>
    <dgm:cxn modelId="{08AD9D5B-72F3-D24A-9C81-5849D330D14A}" type="presOf" srcId="{5C129A68-7F59-4C23-985B-DB5DD5D9F6BD}" destId="{E233B978-7DE6-6048-B224-028FC4B7019D}" srcOrd="0" destOrd="0" presId="urn:microsoft.com/office/officeart/2005/8/layout/vList2"/>
    <dgm:cxn modelId="{84DBAB5D-7D6F-3947-B2FF-E9265464705A}" type="presOf" srcId="{4DC8A238-EFAF-4852-B32C-7C96BEF4A253}" destId="{B6936305-3875-0B45-9D17-092405DF7328}" srcOrd="0" destOrd="0" presId="urn:microsoft.com/office/officeart/2005/8/layout/vList2"/>
    <dgm:cxn modelId="{222F1960-FA38-4967-93AE-4AF2262F2210}" srcId="{5C129A68-7F59-4C23-985B-DB5DD5D9F6BD}" destId="{79B73450-A3F1-4ED6-A3FA-AA097DDBF1E7}" srcOrd="0" destOrd="0" parTransId="{CAF8E33C-D390-4AF6-BB14-4FC80CBE1B54}" sibTransId="{E30F0B06-5713-4A29-A926-77154F4DE7E7}"/>
    <dgm:cxn modelId="{AECC036F-3304-5B44-BFC3-9AF0251D3DDF}" type="presOf" srcId="{A4204010-3CE2-409A-A3FC-8EAD07A32E22}" destId="{52396676-79AE-7D4F-AD9D-D857B4183345}" srcOrd="0" destOrd="0" presId="urn:microsoft.com/office/officeart/2005/8/layout/vList2"/>
    <dgm:cxn modelId="{6DD5426F-B332-4768-87F0-568D4DE2CC41}" srcId="{5C129A68-7F59-4C23-985B-DB5DD5D9F6BD}" destId="{A4204010-3CE2-409A-A3FC-8EAD07A32E22}" srcOrd="4" destOrd="0" parTransId="{C731A1BB-8621-4481-AACE-C00DF79D5991}" sibTransId="{C1207602-6DA8-461D-AFC2-55FEEE504939}"/>
    <dgm:cxn modelId="{CFD44A73-C1C1-4911-9B1A-E33DCE43E7E5}" srcId="{5C129A68-7F59-4C23-985B-DB5DD5D9F6BD}" destId="{CE1D805B-6B0A-48EA-A21C-0DCA139695BD}" srcOrd="7" destOrd="0" parTransId="{4B960617-F0D3-4DC1-8CB9-678508447ED6}" sibTransId="{A4CC2914-F5E4-4F8B-8658-24CB064059CE}"/>
    <dgm:cxn modelId="{F0ED728E-3674-814C-927F-0DDB7AE37538}" type="presOf" srcId="{A2E63137-AE67-4F4D-AB3B-E27494589CE4}" destId="{2AB1E61F-027B-CB47-AA37-5662E5FED9A5}" srcOrd="0" destOrd="0" presId="urn:microsoft.com/office/officeart/2005/8/layout/vList2"/>
    <dgm:cxn modelId="{005D8C9B-27BD-4478-B0D7-CEDF924C44AF}" srcId="{5C129A68-7F59-4C23-985B-DB5DD5D9F6BD}" destId="{AECACC56-D0F0-489A-B4C3-8873F12AC87D}" srcOrd="6" destOrd="0" parTransId="{DBF62E7C-BD3A-4B27-B976-532F0ADD570D}" sibTransId="{708E2B72-6CA2-4E51-A2BC-76F465379EC4}"/>
    <dgm:cxn modelId="{BF57C9B2-EDBD-C34C-9487-62A70B545BC1}" type="presOf" srcId="{B20BE4D4-D49A-40D3-BA06-C6BBEBAF5B08}" destId="{D80AD613-54C7-2D4E-A8E7-CD6EA35149D2}" srcOrd="0" destOrd="0" presId="urn:microsoft.com/office/officeart/2005/8/layout/vList2"/>
    <dgm:cxn modelId="{8B3A83B4-9F68-E643-985B-08690B292D07}" type="presOf" srcId="{A1C9BC89-8D56-4767-97EB-E39D9C716A6E}" destId="{435B93A4-3905-7248-8204-408970C7CF71}" srcOrd="0" destOrd="0" presId="urn:microsoft.com/office/officeart/2005/8/layout/vList2"/>
    <dgm:cxn modelId="{A7DC72C8-8A87-4E71-BD37-E38586B341B0}" srcId="{5C129A68-7F59-4C23-985B-DB5DD5D9F6BD}" destId="{B20BE4D4-D49A-40D3-BA06-C6BBEBAF5B08}" srcOrd="3" destOrd="0" parTransId="{019BD6E6-1A5E-464E-AFE0-1EA2F26FF744}" sibTransId="{283EAAEA-6E71-42AE-99D4-38F1ADFF0A84}"/>
    <dgm:cxn modelId="{A2BAE4D1-EC46-C343-8963-AD79231D8C85}" type="presOf" srcId="{79B73450-A3F1-4ED6-A3FA-AA097DDBF1E7}" destId="{D67944B9-0174-AB4F-A9CE-64BFA7980195}" srcOrd="0" destOrd="0" presId="urn:microsoft.com/office/officeart/2005/8/layout/vList2"/>
    <dgm:cxn modelId="{B9C09DDC-31DE-1B4A-874C-75566E233DCE}" type="presOf" srcId="{CE1D805B-6B0A-48EA-A21C-0DCA139695BD}" destId="{9C7FA005-D66B-BA46-9143-FB4AD74064EB}" srcOrd="0" destOrd="0" presId="urn:microsoft.com/office/officeart/2005/8/layout/vList2"/>
    <dgm:cxn modelId="{778589E0-9E61-48D6-B524-176DD833DD80}" srcId="{5C129A68-7F59-4C23-985B-DB5DD5D9F6BD}" destId="{A2E63137-AE67-4F4D-AB3B-E27494589CE4}" srcOrd="5" destOrd="0" parTransId="{D2A60508-F6F1-4AAD-BDA1-800F3D28232D}" sibTransId="{4591234F-883A-4643-B26D-02B8544EDBBB}"/>
    <dgm:cxn modelId="{E6BEA7F8-B0B7-40C3-A56F-C415B3CB7EDE}" srcId="{5C129A68-7F59-4C23-985B-DB5DD5D9F6BD}" destId="{4DC8A238-EFAF-4852-B32C-7C96BEF4A253}" srcOrd="1" destOrd="0" parTransId="{58984A8B-A6D2-4AC7-8360-B6E2A74BF221}" sibTransId="{4B73E119-1D3B-43CC-93DA-7F41B6F32DD9}"/>
    <dgm:cxn modelId="{8D037DE7-E291-F248-A85C-40EFFD957F57}" type="presParOf" srcId="{E233B978-7DE6-6048-B224-028FC4B7019D}" destId="{D67944B9-0174-AB4F-A9CE-64BFA7980195}" srcOrd="0" destOrd="0" presId="urn:microsoft.com/office/officeart/2005/8/layout/vList2"/>
    <dgm:cxn modelId="{03289E82-D8F4-044B-A0C7-E3AA639F9FFD}" type="presParOf" srcId="{E233B978-7DE6-6048-B224-028FC4B7019D}" destId="{4B9D5186-6E03-F946-B75C-75451E91BFF8}" srcOrd="1" destOrd="0" presId="urn:microsoft.com/office/officeart/2005/8/layout/vList2"/>
    <dgm:cxn modelId="{2F0BEBDD-2AE9-174D-B0AD-14418C8EC119}" type="presParOf" srcId="{E233B978-7DE6-6048-B224-028FC4B7019D}" destId="{B6936305-3875-0B45-9D17-092405DF7328}" srcOrd="2" destOrd="0" presId="urn:microsoft.com/office/officeart/2005/8/layout/vList2"/>
    <dgm:cxn modelId="{A0FEAE42-2695-D743-9A88-2AA4DEC6E5BD}" type="presParOf" srcId="{E233B978-7DE6-6048-B224-028FC4B7019D}" destId="{C50A0121-0ABC-B64B-A095-C00F82D9899A}" srcOrd="3" destOrd="0" presId="urn:microsoft.com/office/officeart/2005/8/layout/vList2"/>
    <dgm:cxn modelId="{88E81093-E157-844C-B3F0-FBA5C93555E3}" type="presParOf" srcId="{E233B978-7DE6-6048-B224-028FC4B7019D}" destId="{435B93A4-3905-7248-8204-408970C7CF71}" srcOrd="4" destOrd="0" presId="urn:microsoft.com/office/officeart/2005/8/layout/vList2"/>
    <dgm:cxn modelId="{2683ED73-F119-6B4A-B41A-4BA43AEE3C92}" type="presParOf" srcId="{E233B978-7DE6-6048-B224-028FC4B7019D}" destId="{B1828CB2-88B2-0140-B933-6FA2FB31F2F3}" srcOrd="5" destOrd="0" presId="urn:microsoft.com/office/officeart/2005/8/layout/vList2"/>
    <dgm:cxn modelId="{46BA1AD0-0194-3C4F-9F53-C9F6043745D4}" type="presParOf" srcId="{E233B978-7DE6-6048-B224-028FC4B7019D}" destId="{D80AD613-54C7-2D4E-A8E7-CD6EA35149D2}" srcOrd="6" destOrd="0" presId="urn:microsoft.com/office/officeart/2005/8/layout/vList2"/>
    <dgm:cxn modelId="{D8E24B38-B97A-B946-A7BE-3275CD8CDE3F}" type="presParOf" srcId="{E233B978-7DE6-6048-B224-028FC4B7019D}" destId="{ADAB67E7-19C5-0145-8DCE-FC2BDF6265B4}" srcOrd="7" destOrd="0" presId="urn:microsoft.com/office/officeart/2005/8/layout/vList2"/>
    <dgm:cxn modelId="{1771E591-BC29-5944-8D74-C0C46F14627F}" type="presParOf" srcId="{E233B978-7DE6-6048-B224-028FC4B7019D}" destId="{52396676-79AE-7D4F-AD9D-D857B4183345}" srcOrd="8" destOrd="0" presId="urn:microsoft.com/office/officeart/2005/8/layout/vList2"/>
    <dgm:cxn modelId="{CD8A525D-1D3B-5B41-AC0B-80598ED729F0}" type="presParOf" srcId="{E233B978-7DE6-6048-B224-028FC4B7019D}" destId="{FA9F563C-3FDD-9D49-BDD9-A45C2C130AE7}" srcOrd="9" destOrd="0" presId="urn:microsoft.com/office/officeart/2005/8/layout/vList2"/>
    <dgm:cxn modelId="{EE7781CF-686A-6947-BF2F-15B6AE5B8D40}" type="presParOf" srcId="{E233B978-7DE6-6048-B224-028FC4B7019D}" destId="{2AB1E61F-027B-CB47-AA37-5662E5FED9A5}" srcOrd="10" destOrd="0" presId="urn:microsoft.com/office/officeart/2005/8/layout/vList2"/>
    <dgm:cxn modelId="{25548BBD-C34B-1041-8D65-F87B3A13620D}" type="presParOf" srcId="{E233B978-7DE6-6048-B224-028FC4B7019D}" destId="{7B730AA7-8353-7540-BAA2-128A5EFFC076}" srcOrd="11" destOrd="0" presId="urn:microsoft.com/office/officeart/2005/8/layout/vList2"/>
    <dgm:cxn modelId="{902B2C3C-7F18-BF48-90C4-A0D9AAABDD7D}" type="presParOf" srcId="{E233B978-7DE6-6048-B224-028FC4B7019D}" destId="{9C8CC13A-F9AF-354A-B9C9-7EFF9DDADFC8}" srcOrd="12" destOrd="0" presId="urn:microsoft.com/office/officeart/2005/8/layout/vList2"/>
    <dgm:cxn modelId="{6177533B-B912-C54F-B21C-2B658EE99859}" type="presParOf" srcId="{E233B978-7DE6-6048-B224-028FC4B7019D}" destId="{348EC289-C8A5-9244-AA2F-40DBACAE915C}" srcOrd="13" destOrd="0" presId="urn:microsoft.com/office/officeart/2005/8/layout/vList2"/>
    <dgm:cxn modelId="{83ABD817-EDA2-444E-BFE0-855B8D56D9DE}" type="presParOf" srcId="{E233B978-7DE6-6048-B224-028FC4B7019D}" destId="{9C7FA005-D66B-BA46-9143-FB4AD74064EB}" srcOrd="14" destOrd="0" presId="urn:microsoft.com/office/officeart/2005/8/layout/vList2"/>
    <dgm:cxn modelId="{79A701C4-022D-4D48-8B19-3EEA44429C40}" type="presParOf" srcId="{E233B978-7DE6-6048-B224-028FC4B7019D}" destId="{6817B27D-5836-0C44-93E1-C766DE6742FF}" srcOrd="15" destOrd="0" presId="urn:microsoft.com/office/officeart/2005/8/layout/vList2"/>
    <dgm:cxn modelId="{566851AD-3D30-1740-B680-7FEEC437B527}" type="presParOf" srcId="{E233B978-7DE6-6048-B224-028FC4B7019D}" destId="{83A9D869-F38F-544D-BF0D-74FBE2C04D5D}" srcOrd="16" destOrd="0" presId="urn:microsoft.com/office/officeart/2005/8/layout/vList2"/>
    <dgm:cxn modelId="{8547910D-B60D-0648-8704-D06FDF429F5E}" type="presParOf" srcId="{E233B978-7DE6-6048-B224-028FC4B7019D}" destId="{63105A4F-BFEA-1649-9BD3-A69A2DFCE7B8}" srcOrd="17" destOrd="0" presId="urn:microsoft.com/office/officeart/2005/8/layout/vList2"/>
    <dgm:cxn modelId="{3E13853B-3F0C-BD4E-93E8-B7E14159BFE4}" type="presParOf" srcId="{E233B978-7DE6-6048-B224-028FC4B7019D}" destId="{F67F4583-11E8-DE4A-859E-B8CF86B753C3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1BEE085-F65B-4C15-A09F-4954966C9355}" type="doc">
      <dgm:prSet loTypeId="urn:microsoft.com/office/officeart/2008/layout/LinedList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483EDA5-D2B5-4D07-8DEC-5540D2E908C0}">
      <dgm:prSet/>
      <dgm:spPr/>
      <dgm:t>
        <a:bodyPr/>
        <a:lstStyle/>
        <a:p>
          <a:r>
            <a:rPr lang="en-IN" dirty="0"/>
            <a:t>Data Collection Delays</a:t>
          </a:r>
          <a:endParaRPr lang="en-US" dirty="0"/>
        </a:p>
      </dgm:t>
    </dgm:pt>
    <dgm:pt modelId="{3FFDFDCD-C5E7-4D74-BA2B-3408D42E467E}" type="parTrans" cxnId="{FB75FFF6-E330-4028-8BE0-8008D05B6573}">
      <dgm:prSet/>
      <dgm:spPr/>
      <dgm:t>
        <a:bodyPr/>
        <a:lstStyle/>
        <a:p>
          <a:endParaRPr lang="en-US"/>
        </a:p>
      </dgm:t>
    </dgm:pt>
    <dgm:pt modelId="{E24871CD-9126-49E0-9445-56F626D60ACC}" type="sibTrans" cxnId="{FB75FFF6-E330-4028-8BE0-8008D05B6573}">
      <dgm:prSet/>
      <dgm:spPr/>
      <dgm:t>
        <a:bodyPr/>
        <a:lstStyle/>
        <a:p>
          <a:endParaRPr lang="en-US"/>
        </a:p>
      </dgm:t>
    </dgm:pt>
    <dgm:pt modelId="{AD3FA803-E0A3-42D0-A24F-80771B1084AC}">
      <dgm:prSet/>
      <dgm:spPr/>
      <dgm:t>
        <a:bodyPr/>
        <a:lstStyle/>
        <a:p>
          <a:r>
            <a:rPr lang="en-IN" dirty="0"/>
            <a:t>Data Validation Issues</a:t>
          </a:r>
          <a:endParaRPr lang="en-US" dirty="0"/>
        </a:p>
      </dgm:t>
    </dgm:pt>
    <dgm:pt modelId="{C01B29C0-A105-42BA-A92F-96D25365220F}" type="parTrans" cxnId="{025DD767-07E4-431B-A93A-3B626CD7A689}">
      <dgm:prSet/>
      <dgm:spPr/>
      <dgm:t>
        <a:bodyPr/>
        <a:lstStyle/>
        <a:p>
          <a:endParaRPr lang="en-US"/>
        </a:p>
      </dgm:t>
    </dgm:pt>
    <dgm:pt modelId="{213DD056-9663-4754-8BAF-7CCFE6DFD965}" type="sibTrans" cxnId="{025DD767-07E4-431B-A93A-3B626CD7A689}">
      <dgm:prSet/>
      <dgm:spPr/>
      <dgm:t>
        <a:bodyPr/>
        <a:lstStyle/>
        <a:p>
          <a:endParaRPr lang="en-US"/>
        </a:p>
      </dgm:t>
    </dgm:pt>
    <dgm:pt modelId="{33CB3E74-B478-486E-A1C4-6769BE6BCBEC}">
      <dgm:prSet/>
      <dgm:spPr/>
      <dgm:t>
        <a:bodyPr/>
        <a:lstStyle/>
        <a:p>
          <a:r>
            <a:rPr lang="en-IN" dirty="0"/>
            <a:t>Security Protocol Gaps</a:t>
          </a:r>
          <a:endParaRPr lang="en-US" dirty="0"/>
        </a:p>
      </dgm:t>
    </dgm:pt>
    <dgm:pt modelId="{766C8FD7-32BE-4916-91B1-9158AD8F8573}" type="parTrans" cxnId="{22C7564D-4154-4708-B7F3-2821515A2242}">
      <dgm:prSet/>
      <dgm:spPr/>
      <dgm:t>
        <a:bodyPr/>
        <a:lstStyle/>
        <a:p>
          <a:endParaRPr lang="en-US"/>
        </a:p>
      </dgm:t>
    </dgm:pt>
    <dgm:pt modelId="{A7BCFA5E-2471-422F-8652-F10F9221BA2F}" type="sibTrans" cxnId="{22C7564D-4154-4708-B7F3-2821515A2242}">
      <dgm:prSet/>
      <dgm:spPr/>
      <dgm:t>
        <a:bodyPr/>
        <a:lstStyle/>
        <a:p>
          <a:endParaRPr lang="en-US"/>
        </a:p>
      </dgm:t>
    </dgm:pt>
    <dgm:pt modelId="{D3E510DC-5301-4B7C-9CE7-4A5860C5BBB4}">
      <dgm:prSet/>
      <dgm:spPr/>
      <dgm:t>
        <a:bodyPr/>
        <a:lstStyle/>
        <a:p>
          <a:r>
            <a:rPr lang="en-IN" dirty="0"/>
            <a:t>Legal and Regulatory Changes</a:t>
          </a:r>
          <a:endParaRPr lang="en-US" dirty="0"/>
        </a:p>
      </dgm:t>
    </dgm:pt>
    <dgm:pt modelId="{ACE6CC00-21BA-4957-89FE-426136CD15C0}" type="parTrans" cxnId="{585FFB41-4764-409B-80BA-586DF0E7EDCD}">
      <dgm:prSet/>
      <dgm:spPr/>
      <dgm:t>
        <a:bodyPr/>
        <a:lstStyle/>
        <a:p>
          <a:endParaRPr lang="en-US"/>
        </a:p>
      </dgm:t>
    </dgm:pt>
    <dgm:pt modelId="{8C9397FA-8496-42DE-BCDA-B41700359192}" type="sibTrans" cxnId="{585FFB41-4764-409B-80BA-586DF0E7EDCD}">
      <dgm:prSet/>
      <dgm:spPr/>
      <dgm:t>
        <a:bodyPr/>
        <a:lstStyle/>
        <a:p>
          <a:endParaRPr lang="en-US"/>
        </a:p>
      </dgm:t>
    </dgm:pt>
    <dgm:pt modelId="{892B1456-4B5B-47B4-A64B-7CDB34C082FF}">
      <dgm:prSet/>
      <dgm:spPr/>
      <dgm:t>
        <a:bodyPr/>
        <a:lstStyle/>
        <a:p>
          <a:r>
            <a:rPr lang="en-GB" dirty="0"/>
            <a:t>Vendor Reliability</a:t>
          </a:r>
          <a:endParaRPr lang="en-US" dirty="0"/>
        </a:p>
      </dgm:t>
    </dgm:pt>
    <dgm:pt modelId="{F076F1E7-C831-4378-8934-1E8ADE1BDE44}" type="parTrans" cxnId="{C66C3372-5774-4277-A2A0-CB42EC4AAF77}">
      <dgm:prSet/>
      <dgm:spPr/>
      <dgm:t>
        <a:bodyPr/>
        <a:lstStyle/>
        <a:p>
          <a:endParaRPr lang="en-US"/>
        </a:p>
      </dgm:t>
    </dgm:pt>
    <dgm:pt modelId="{F6314379-D719-4529-9832-A0324A570E16}" type="sibTrans" cxnId="{C66C3372-5774-4277-A2A0-CB42EC4AAF77}">
      <dgm:prSet/>
      <dgm:spPr/>
      <dgm:t>
        <a:bodyPr/>
        <a:lstStyle/>
        <a:p>
          <a:endParaRPr lang="en-US"/>
        </a:p>
      </dgm:t>
    </dgm:pt>
    <dgm:pt modelId="{E0092716-1F7E-7249-8E88-F025306701B6}" type="pres">
      <dgm:prSet presAssocID="{11BEE085-F65B-4C15-A09F-4954966C9355}" presName="vert0" presStyleCnt="0">
        <dgm:presLayoutVars>
          <dgm:dir/>
          <dgm:animOne val="branch"/>
          <dgm:animLvl val="lvl"/>
        </dgm:presLayoutVars>
      </dgm:prSet>
      <dgm:spPr/>
    </dgm:pt>
    <dgm:pt modelId="{6844F895-F284-6643-B817-A4404E8346F0}" type="pres">
      <dgm:prSet presAssocID="{F483EDA5-D2B5-4D07-8DEC-5540D2E908C0}" presName="thickLine" presStyleLbl="alignNode1" presStyleIdx="0" presStyleCnt="5"/>
      <dgm:spPr/>
    </dgm:pt>
    <dgm:pt modelId="{220EB9BD-808A-B141-A80F-6178EA9344AD}" type="pres">
      <dgm:prSet presAssocID="{F483EDA5-D2B5-4D07-8DEC-5540D2E908C0}" presName="horz1" presStyleCnt="0"/>
      <dgm:spPr/>
    </dgm:pt>
    <dgm:pt modelId="{FFA75FB0-6964-8940-B04B-B6E9AEBC9C07}" type="pres">
      <dgm:prSet presAssocID="{F483EDA5-D2B5-4D07-8DEC-5540D2E908C0}" presName="tx1" presStyleLbl="revTx" presStyleIdx="0" presStyleCnt="5"/>
      <dgm:spPr/>
    </dgm:pt>
    <dgm:pt modelId="{2607AF62-6EE5-6042-8BB6-2F06B5173242}" type="pres">
      <dgm:prSet presAssocID="{F483EDA5-D2B5-4D07-8DEC-5540D2E908C0}" presName="vert1" presStyleCnt="0"/>
      <dgm:spPr/>
    </dgm:pt>
    <dgm:pt modelId="{539E1713-65A6-BD42-918A-39228A772ADF}" type="pres">
      <dgm:prSet presAssocID="{AD3FA803-E0A3-42D0-A24F-80771B1084AC}" presName="thickLine" presStyleLbl="alignNode1" presStyleIdx="1" presStyleCnt="5"/>
      <dgm:spPr/>
    </dgm:pt>
    <dgm:pt modelId="{503CF642-7967-094E-A86B-E7EF96D951BB}" type="pres">
      <dgm:prSet presAssocID="{AD3FA803-E0A3-42D0-A24F-80771B1084AC}" presName="horz1" presStyleCnt="0"/>
      <dgm:spPr/>
    </dgm:pt>
    <dgm:pt modelId="{CA808B6F-1F97-1C47-B2FC-D6744EE45336}" type="pres">
      <dgm:prSet presAssocID="{AD3FA803-E0A3-42D0-A24F-80771B1084AC}" presName="tx1" presStyleLbl="revTx" presStyleIdx="1" presStyleCnt="5"/>
      <dgm:spPr/>
    </dgm:pt>
    <dgm:pt modelId="{1D8B6C4A-5A67-1A4C-BE24-9BFD37980C62}" type="pres">
      <dgm:prSet presAssocID="{AD3FA803-E0A3-42D0-A24F-80771B1084AC}" presName="vert1" presStyleCnt="0"/>
      <dgm:spPr/>
    </dgm:pt>
    <dgm:pt modelId="{CC59208D-5404-A84C-A34C-47DAA6AFAF9F}" type="pres">
      <dgm:prSet presAssocID="{33CB3E74-B478-486E-A1C4-6769BE6BCBEC}" presName="thickLine" presStyleLbl="alignNode1" presStyleIdx="2" presStyleCnt="5"/>
      <dgm:spPr/>
    </dgm:pt>
    <dgm:pt modelId="{A0EA44DF-FB1D-C342-A53B-9161B8D8DF4B}" type="pres">
      <dgm:prSet presAssocID="{33CB3E74-B478-486E-A1C4-6769BE6BCBEC}" presName="horz1" presStyleCnt="0"/>
      <dgm:spPr/>
    </dgm:pt>
    <dgm:pt modelId="{1F0E8A36-94DF-8B46-B689-39754B28D380}" type="pres">
      <dgm:prSet presAssocID="{33CB3E74-B478-486E-A1C4-6769BE6BCBEC}" presName="tx1" presStyleLbl="revTx" presStyleIdx="2" presStyleCnt="5"/>
      <dgm:spPr/>
    </dgm:pt>
    <dgm:pt modelId="{E7B83F7A-4732-444E-94EA-1CA609C8FA1F}" type="pres">
      <dgm:prSet presAssocID="{33CB3E74-B478-486E-A1C4-6769BE6BCBEC}" presName="vert1" presStyleCnt="0"/>
      <dgm:spPr/>
    </dgm:pt>
    <dgm:pt modelId="{0E73EBBB-9D87-3E47-A771-28B857B7896A}" type="pres">
      <dgm:prSet presAssocID="{D3E510DC-5301-4B7C-9CE7-4A5860C5BBB4}" presName="thickLine" presStyleLbl="alignNode1" presStyleIdx="3" presStyleCnt="5"/>
      <dgm:spPr/>
    </dgm:pt>
    <dgm:pt modelId="{2FA7D711-60B0-B247-9D6A-49842EFC3F5C}" type="pres">
      <dgm:prSet presAssocID="{D3E510DC-5301-4B7C-9CE7-4A5860C5BBB4}" presName="horz1" presStyleCnt="0"/>
      <dgm:spPr/>
    </dgm:pt>
    <dgm:pt modelId="{DDA509CB-D329-C046-A1FE-85ACEA538A2C}" type="pres">
      <dgm:prSet presAssocID="{D3E510DC-5301-4B7C-9CE7-4A5860C5BBB4}" presName="tx1" presStyleLbl="revTx" presStyleIdx="3" presStyleCnt="5"/>
      <dgm:spPr/>
    </dgm:pt>
    <dgm:pt modelId="{92FCA0F5-33CC-AB42-8647-C6488F241057}" type="pres">
      <dgm:prSet presAssocID="{D3E510DC-5301-4B7C-9CE7-4A5860C5BBB4}" presName="vert1" presStyleCnt="0"/>
      <dgm:spPr/>
    </dgm:pt>
    <dgm:pt modelId="{31445396-2EDC-3D45-AE70-4F9E057A7067}" type="pres">
      <dgm:prSet presAssocID="{892B1456-4B5B-47B4-A64B-7CDB34C082FF}" presName="thickLine" presStyleLbl="alignNode1" presStyleIdx="4" presStyleCnt="5"/>
      <dgm:spPr/>
    </dgm:pt>
    <dgm:pt modelId="{B5F241F1-C9E5-1644-9595-1D589B5B3ED5}" type="pres">
      <dgm:prSet presAssocID="{892B1456-4B5B-47B4-A64B-7CDB34C082FF}" presName="horz1" presStyleCnt="0"/>
      <dgm:spPr/>
    </dgm:pt>
    <dgm:pt modelId="{92CDC970-4A8E-9B4E-BB4E-E70E9C482D7E}" type="pres">
      <dgm:prSet presAssocID="{892B1456-4B5B-47B4-A64B-7CDB34C082FF}" presName="tx1" presStyleLbl="revTx" presStyleIdx="4" presStyleCnt="5"/>
      <dgm:spPr/>
    </dgm:pt>
    <dgm:pt modelId="{A724F7ED-3B2A-D041-8328-96F39E391EB9}" type="pres">
      <dgm:prSet presAssocID="{892B1456-4B5B-47B4-A64B-7CDB34C082FF}" presName="vert1" presStyleCnt="0"/>
      <dgm:spPr/>
    </dgm:pt>
  </dgm:ptLst>
  <dgm:cxnLst>
    <dgm:cxn modelId="{585FFB41-4764-409B-80BA-586DF0E7EDCD}" srcId="{11BEE085-F65B-4C15-A09F-4954966C9355}" destId="{D3E510DC-5301-4B7C-9CE7-4A5860C5BBB4}" srcOrd="3" destOrd="0" parTransId="{ACE6CC00-21BA-4957-89FE-426136CD15C0}" sibTransId="{8C9397FA-8496-42DE-BCDA-B41700359192}"/>
    <dgm:cxn modelId="{22C7564D-4154-4708-B7F3-2821515A2242}" srcId="{11BEE085-F65B-4C15-A09F-4954966C9355}" destId="{33CB3E74-B478-486E-A1C4-6769BE6BCBEC}" srcOrd="2" destOrd="0" parTransId="{766C8FD7-32BE-4916-91B1-9158AD8F8573}" sibTransId="{A7BCFA5E-2471-422F-8652-F10F9221BA2F}"/>
    <dgm:cxn modelId="{7FCE2651-EB5E-D946-8B15-6C4DD62EF8F9}" type="presOf" srcId="{D3E510DC-5301-4B7C-9CE7-4A5860C5BBB4}" destId="{DDA509CB-D329-C046-A1FE-85ACEA538A2C}" srcOrd="0" destOrd="0" presId="urn:microsoft.com/office/officeart/2008/layout/LinedList"/>
    <dgm:cxn modelId="{35149664-1788-1D42-8858-DB4BC4AFD052}" type="presOf" srcId="{AD3FA803-E0A3-42D0-A24F-80771B1084AC}" destId="{CA808B6F-1F97-1C47-B2FC-D6744EE45336}" srcOrd="0" destOrd="0" presId="urn:microsoft.com/office/officeart/2008/layout/LinedList"/>
    <dgm:cxn modelId="{025DD767-07E4-431B-A93A-3B626CD7A689}" srcId="{11BEE085-F65B-4C15-A09F-4954966C9355}" destId="{AD3FA803-E0A3-42D0-A24F-80771B1084AC}" srcOrd="1" destOrd="0" parTransId="{C01B29C0-A105-42BA-A92F-96D25365220F}" sibTransId="{213DD056-9663-4754-8BAF-7CCFE6DFD965}"/>
    <dgm:cxn modelId="{C66C3372-5774-4277-A2A0-CB42EC4AAF77}" srcId="{11BEE085-F65B-4C15-A09F-4954966C9355}" destId="{892B1456-4B5B-47B4-A64B-7CDB34C082FF}" srcOrd="4" destOrd="0" parTransId="{F076F1E7-C831-4378-8934-1E8ADE1BDE44}" sibTransId="{F6314379-D719-4529-9832-A0324A570E16}"/>
    <dgm:cxn modelId="{D1E72785-2443-3A44-9F20-2A609B62AD07}" type="presOf" srcId="{11BEE085-F65B-4C15-A09F-4954966C9355}" destId="{E0092716-1F7E-7249-8E88-F025306701B6}" srcOrd="0" destOrd="0" presId="urn:microsoft.com/office/officeart/2008/layout/LinedList"/>
    <dgm:cxn modelId="{E4F12FA6-6698-594D-99C7-88D118446158}" type="presOf" srcId="{892B1456-4B5B-47B4-A64B-7CDB34C082FF}" destId="{92CDC970-4A8E-9B4E-BB4E-E70E9C482D7E}" srcOrd="0" destOrd="0" presId="urn:microsoft.com/office/officeart/2008/layout/LinedList"/>
    <dgm:cxn modelId="{71B39FA7-2BF5-C042-8C4D-E3CFFD45880C}" type="presOf" srcId="{F483EDA5-D2B5-4D07-8DEC-5540D2E908C0}" destId="{FFA75FB0-6964-8940-B04B-B6E9AEBC9C07}" srcOrd="0" destOrd="0" presId="urn:microsoft.com/office/officeart/2008/layout/LinedList"/>
    <dgm:cxn modelId="{F94869DC-4D25-4440-8E2E-04859B3D02D9}" type="presOf" srcId="{33CB3E74-B478-486E-A1C4-6769BE6BCBEC}" destId="{1F0E8A36-94DF-8B46-B689-39754B28D380}" srcOrd="0" destOrd="0" presId="urn:microsoft.com/office/officeart/2008/layout/LinedList"/>
    <dgm:cxn modelId="{FB75FFF6-E330-4028-8BE0-8008D05B6573}" srcId="{11BEE085-F65B-4C15-A09F-4954966C9355}" destId="{F483EDA5-D2B5-4D07-8DEC-5540D2E908C0}" srcOrd="0" destOrd="0" parTransId="{3FFDFDCD-C5E7-4D74-BA2B-3408D42E467E}" sibTransId="{E24871CD-9126-49E0-9445-56F626D60ACC}"/>
    <dgm:cxn modelId="{61A705D7-309C-644B-BF74-6F33DF265F5E}" type="presParOf" srcId="{E0092716-1F7E-7249-8E88-F025306701B6}" destId="{6844F895-F284-6643-B817-A4404E8346F0}" srcOrd="0" destOrd="0" presId="urn:microsoft.com/office/officeart/2008/layout/LinedList"/>
    <dgm:cxn modelId="{CB7A06FC-D5EC-5847-9AC7-7A7E58EB64EF}" type="presParOf" srcId="{E0092716-1F7E-7249-8E88-F025306701B6}" destId="{220EB9BD-808A-B141-A80F-6178EA9344AD}" srcOrd="1" destOrd="0" presId="urn:microsoft.com/office/officeart/2008/layout/LinedList"/>
    <dgm:cxn modelId="{3BA25518-CB8C-1548-82A0-88EBCC38EB53}" type="presParOf" srcId="{220EB9BD-808A-B141-A80F-6178EA9344AD}" destId="{FFA75FB0-6964-8940-B04B-B6E9AEBC9C07}" srcOrd="0" destOrd="0" presId="urn:microsoft.com/office/officeart/2008/layout/LinedList"/>
    <dgm:cxn modelId="{5EA21526-898E-CB4B-A34B-58D8DEEE6D9B}" type="presParOf" srcId="{220EB9BD-808A-B141-A80F-6178EA9344AD}" destId="{2607AF62-6EE5-6042-8BB6-2F06B5173242}" srcOrd="1" destOrd="0" presId="urn:microsoft.com/office/officeart/2008/layout/LinedList"/>
    <dgm:cxn modelId="{94BB7BD6-8D51-024F-AEE1-FE15A30C3044}" type="presParOf" srcId="{E0092716-1F7E-7249-8E88-F025306701B6}" destId="{539E1713-65A6-BD42-918A-39228A772ADF}" srcOrd="2" destOrd="0" presId="urn:microsoft.com/office/officeart/2008/layout/LinedList"/>
    <dgm:cxn modelId="{83DBC7BF-286D-B342-9DD4-63297F3545E4}" type="presParOf" srcId="{E0092716-1F7E-7249-8E88-F025306701B6}" destId="{503CF642-7967-094E-A86B-E7EF96D951BB}" srcOrd="3" destOrd="0" presId="urn:microsoft.com/office/officeart/2008/layout/LinedList"/>
    <dgm:cxn modelId="{30E6B7EE-85D8-384D-9F41-5AEE05DE09B6}" type="presParOf" srcId="{503CF642-7967-094E-A86B-E7EF96D951BB}" destId="{CA808B6F-1F97-1C47-B2FC-D6744EE45336}" srcOrd="0" destOrd="0" presId="urn:microsoft.com/office/officeart/2008/layout/LinedList"/>
    <dgm:cxn modelId="{3F834763-1DDC-BA4E-B65C-FAD9D3923430}" type="presParOf" srcId="{503CF642-7967-094E-A86B-E7EF96D951BB}" destId="{1D8B6C4A-5A67-1A4C-BE24-9BFD37980C62}" srcOrd="1" destOrd="0" presId="urn:microsoft.com/office/officeart/2008/layout/LinedList"/>
    <dgm:cxn modelId="{4E71FC11-97D3-8F41-971A-5FA113A5315F}" type="presParOf" srcId="{E0092716-1F7E-7249-8E88-F025306701B6}" destId="{CC59208D-5404-A84C-A34C-47DAA6AFAF9F}" srcOrd="4" destOrd="0" presId="urn:microsoft.com/office/officeart/2008/layout/LinedList"/>
    <dgm:cxn modelId="{A3179B51-E61D-B347-8C4F-D61169F77492}" type="presParOf" srcId="{E0092716-1F7E-7249-8E88-F025306701B6}" destId="{A0EA44DF-FB1D-C342-A53B-9161B8D8DF4B}" srcOrd="5" destOrd="0" presId="urn:microsoft.com/office/officeart/2008/layout/LinedList"/>
    <dgm:cxn modelId="{0EC3C452-5F26-2945-8CA2-87510483D8E9}" type="presParOf" srcId="{A0EA44DF-FB1D-C342-A53B-9161B8D8DF4B}" destId="{1F0E8A36-94DF-8B46-B689-39754B28D380}" srcOrd="0" destOrd="0" presId="urn:microsoft.com/office/officeart/2008/layout/LinedList"/>
    <dgm:cxn modelId="{37212578-F1F4-2644-872B-5A06882EC54D}" type="presParOf" srcId="{A0EA44DF-FB1D-C342-A53B-9161B8D8DF4B}" destId="{E7B83F7A-4732-444E-94EA-1CA609C8FA1F}" srcOrd="1" destOrd="0" presId="urn:microsoft.com/office/officeart/2008/layout/LinedList"/>
    <dgm:cxn modelId="{2A63B669-8DA6-D644-9E48-484E3C638D3F}" type="presParOf" srcId="{E0092716-1F7E-7249-8E88-F025306701B6}" destId="{0E73EBBB-9D87-3E47-A771-28B857B7896A}" srcOrd="6" destOrd="0" presId="urn:microsoft.com/office/officeart/2008/layout/LinedList"/>
    <dgm:cxn modelId="{E5C5CBA9-835B-5847-84A9-1A44C9F212A9}" type="presParOf" srcId="{E0092716-1F7E-7249-8E88-F025306701B6}" destId="{2FA7D711-60B0-B247-9D6A-49842EFC3F5C}" srcOrd="7" destOrd="0" presId="urn:microsoft.com/office/officeart/2008/layout/LinedList"/>
    <dgm:cxn modelId="{668EE55F-C9CB-0548-85C9-C6283F0B2AF1}" type="presParOf" srcId="{2FA7D711-60B0-B247-9D6A-49842EFC3F5C}" destId="{DDA509CB-D329-C046-A1FE-85ACEA538A2C}" srcOrd="0" destOrd="0" presId="urn:microsoft.com/office/officeart/2008/layout/LinedList"/>
    <dgm:cxn modelId="{8DEACF2D-CF76-B448-B644-005904DF4F87}" type="presParOf" srcId="{2FA7D711-60B0-B247-9D6A-49842EFC3F5C}" destId="{92FCA0F5-33CC-AB42-8647-C6488F241057}" srcOrd="1" destOrd="0" presId="urn:microsoft.com/office/officeart/2008/layout/LinedList"/>
    <dgm:cxn modelId="{0DD78C7C-2A0A-B542-B3E7-E9EFC1827FC6}" type="presParOf" srcId="{E0092716-1F7E-7249-8E88-F025306701B6}" destId="{31445396-2EDC-3D45-AE70-4F9E057A7067}" srcOrd="8" destOrd="0" presId="urn:microsoft.com/office/officeart/2008/layout/LinedList"/>
    <dgm:cxn modelId="{F81D1621-77DD-EF48-A96E-9F64C7E29AEB}" type="presParOf" srcId="{E0092716-1F7E-7249-8E88-F025306701B6}" destId="{B5F241F1-C9E5-1644-9595-1D589B5B3ED5}" srcOrd="9" destOrd="0" presId="urn:microsoft.com/office/officeart/2008/layout/LinedList"/>
    <dgm:cxn modelId="{71C5F6D5-3EE7-694D-B5C4-C123B11889E9}" type="presParOf" srcId="{B5F241F1-C9E5-1644-9595-1D589B5B3ED5}" destId="{92CDC970-4A8E-9B4E-BB4E-E70E9C482D7E}" srcOrd="0" destOrd="0" presId="urn:microsoft.com/office/officeart/2008/layout/LinedList"/>
    <dgm:cxn modelId="{4D47BC6D-B9EF-584B-952C-BA79D8FF6393}" type="presParOf" srcId="{B5F241F1-C9E5-1644-9595-1D589B5B3ED5}" destId="{A724F7ED-3B2A-D041-8328-96F39E391EB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03ACFCE-6CCB-4D26-85D3-429B85CDDF97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914F72-6437-4D65-9B8F-3479E76CEEE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 i="0" dirty="0"/>
            <a:t>Timeline Creation</a:t>
          </a:r>
          <a:endParaRPr lang="en-US" dirty="0"/>
        </a:p>
      </dgm:t>
    </dgm:pt>
    <dgm:pt modelId="{026A2A68-E634-4CE8-829E-4D3A94FCD137}" type="parTrans" cxnId="{4EF8FF48-1AA0-461E-BF6D-12A530114E22}">
      <dgm:prSet/>
      <dgm:spPr/>
      <dgm:t>
        <a:bodyPr/>
        <a:lstStyle/>
        <a:p>
          <a:endParaRPr lang="en-US"/>
        </a:p>
      </dgm:t>
    </dgm:pt>
    <dgm:pt modelId="{E1FA560E-0DE0-4787-94DB-E581F5D0682C}" type="sibTrans" cxnId="{4EF8FF48-1AA0-461E-BF6D-12A530114E22}">
      <dgm:prSet/>
      <dgm:spPr/>
      <dgm:t>
        <a:bodyPr/>
        <a:lstStyle/>
        <a:p>
          <a:endParaRPr lang="en-US"/>
        </a:p>
      </dgm:t>
    </dgm:pt>
    <dgm:pt modelId="{14B31169-694A-4C3A-BA6D-ABCCC502D61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Develop a detailed timeline for data collection phases.</a:t>
          </a:r>
          <a:endParaRPr lang="en-US"/>
        </a:p>
      </dgm:t>
    </dgm:pt>
    <dgm:pt modelId="{D71C73B8-B3E3-484E-A00A-5B2264337ACD}" type="parTrans" cxnId="{5CAC3D6F-06D4-4C7C-A71A-21E52C6A4785}">
      <dgm:prSet/>
      <dgm:spPr/>
      <dgm:t>
        <a:bodyPr/>
        <a:lstStyle/>
        <a:p>
          <a:endParaRPr lang="en-US"/>
        </a:p>
      </dgm:t>
    </dgm:pt>
    <dgm:pt modelId="{C1A2EFDE-9A3A-4929-9465-70CC80D5B19A}" type="sibTrans" cxnId="{5CAC3D6F-06D4-4C7C-A71A-21E52C6A4785}">
      <dgm:prSet/>
      <dgm:spPr/>
      <dgm:t>
        <a:bodyPr/>
        <a:lstStyle/>
        <a:p>
          <a:endParaRPr lang="en-US"/>
        </a:p>
      </dgm:t>
    </dgm:pt>
    <dgm:pt modelId="{66B826AA-ECB0-4BAD-93A9-1C048003FEB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Break down tasks into manageable milestones.</a:t>
          </a:r>
          <a:endParaRPr lang="en-US"/>
        </a:p>
      </dgm:t>
    </dgm:pt>
    <dgm:pt modelId="{F23FAB69-C915-4505-BAE1-80A7448E2783}" type="parTrans" cxnId="{9A9C4E46-42B1-4460-AF9A-E94142A7F81D}">
      <dgm:prSet/>
      <dgm:spPr/>
      <dgm:t>
        <a:bodyPr/>
        <a:lstStyle/>
        <a:p>
          <a:endParaRPr lang="en-US"/>
        </a:p>
      </dgm:t>
    </dgm:pt>
    <dgm:pt modelId="{B3144D1A-B4D0-4648-ACA0-35F24DFF0B93}" type="sibTrans" cxnId="{9A9C4E46-42B1-4460-AF9A-E94142A7F81D}">
      <dgm:prSet/>
      <dgm:spPr/>
      <dgm:t>
        <a:bodyPr/>
        <a:lstStyle/>
        <a:p>
          <a:endParaRPr lang="en-US"/>
        </a:p>
      </dgm:t>
    </dgm:pt>
    <dgm:pt modelId="{44DB9E1A-E55D-4B3E-908F-2088B266BC2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Allocate buffer time for unforeseen delays.</a:t>
          </a:r>
          <a:endParaRPr lang="en-US"/>
        </a:p>
      </dgm:t>
    </dgm:pt>
    <dgm:pt modelId="{CBBAD9C0-AF65-406A-8F29-7954B7B12936}" type="parTrans" cxnId="{9CFFB1FC-004A-436A-AD72-4FBFE2BA73E0}">
      <dgm:prSet/>
      <dgm:spPr/>
      <dgm:t>
        <a:bodyPr/>
        <a:lstStyle/>
        <a:p>
          <a:endParaRPr lang="en-US"/>
        </a:p>
      </dgm:t>
    </dgm:pt>
    <dgm:pt modelId="{98A33FCF-95CE-4973-8C75-189561B1E850}" type="sibTrans" cxnId="{9CFFB1FC-004A-436A-AD72-4FBFE2BA73E0}">
      <dgm:prSet/>
      <dgm:spPr/>
      <dgm:t>
        <a:bodyPr/>
        <a:lstStyle/>
        <a:p>
          <a:endParaRPr lang="en-US"/>
        </a:p>
      </dgm:t>
    </dgm:pt>
    <dgm:pt modelId="{3A27731C-17F9-4CE5-87C4-6D8A208D9CF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 i="0" dirty="0"/>
            <a:t>Bottleneck Identification</a:t>
          </a:r>
          <a:endParaRPr lang="en-US" dirty="0"/>
        </a:p>
      </dgm:t>
    </dgm:pt>
    <dgm:pt modelId="{CD15C2DF-4EBA-4F60-9770-83919B1482A2}" type="parTrans" cxnId="{21BF191B-BDFB-41F8-A3B8-41DEC04BCB5E}">
      <dgm:prSet/>
      <dgm:spPr/>
      <dgm:t>
        <a:bodyPr/>
        <a:lstStyle/>
        <a:p>
          <a:endParaRPr lang="en-US"/>
        </a:p>
      </dgm:t>
    </dgm:pt>
    <dgm:pt modelId="{35846B46-C157-44C8-ACEC-114D1DD32BCA}" type="sibTrans" cxnId="{21BF191B-BDFB-41F8-A3B8-41DEC04BCB5E}">
      <dgm:prSet/>
      <dgm:spPr/>
      <dgm:t>
        <a:bodyPr/>
        <a:lstStyle/>
        <a:p>
          <a:endParaRPr lang="en-US"/>
        </a:p>
      </dgm:t>
    </dgm:pt>
    <dgm:pt modelId="{F572E0CA-866E-4759-A538-2D540123721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Identify potential bottlenecks in the data collection process.</a:t>
          </a:r>
          <a:endParaRPr lang="en-US"/>
        </a:p>
      </dgm:t>
    </dgm:pt>
    <dgm:pt modelId="{1AB4E608-BAF9-4E40-9A13-BCA26EB25E03}" type="parTrans" cxnId="{66D69D43-B31C-4C40-898F-E0380B22CD4E}">
      <dgm:prSet/>
      <dgm:spPr/>
      <dgm:t>
        <a:bodyPr/>
        <a:lstStyle/>
        <a:p>
          <a:endParaRPr lang="en-US"/>
        </a:p>
      </dgm:t>
    </dgm:pt>
    <dgm:pt modelId="{A5146A5D-7C1D-4CBB-99E9-F91FE8417907}" type="sibTrans" cxnId="{66D69D43-B31C-4C40-898F-E0380B22CD4E}">
      <dgm:prSet/>
      <dgm:spPr/>
      <dgm:t>
        <a:bodyPr/>
        <a:lstStyle/>
        <a:p>
          <a:endParaRPr lang="en-US"/>
        </a:p>
      </dgm:t>
    </dgm:pt>
    <dgm:pt modelId="{B119E9A0-79C9-4321-9621-7DAB2836A5C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Evaluate resource availability and workload distribution.</a:t>
          </a:r>
          <a:endParaRPr lang="en-US"/>
        </a:p>
      </dgm:t>
    </dgm:pt>
    <dgm:pt modelId="{6DA47EE5-4E67-418F-8F4C-EB8C6283DA67}" type="parTrans" cxnId="{62FB903C-B968-44F6-92BF-AD92B4E8BAB9}">
      <dgm:prSet/>
      <dgm:spPr/>
      <dgm:t>
        <a:bodyPr/>
        <a:lstStyle/>
        <a:p>
          <a:endParaRPr lang="en-US"/>
        </a:p>
      </dgm:t>
    </dgm:pt>
    <dgm:pt modelId="{EA89257C-2297-4F81-AEEA-7E8B9647A8A5}" type="sibTrans" cxnId="{62FB903C-B968-44F6-92BF-AD92B4E8BAB9}">
      <dgm:prSet/>
      <dgm:spPr/>
      <dgm:t>
        <a:bodyPr/>
        <a:lstStyle/>
        <a:p>
          <a:endParaRPr lang="en-US"/>
        </a:p>
      </dgm:t>
    </dgm:pt>
    <dgm:pt modelId="{323771AF-C299-4FA4-893C-FCFEBE3A194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Address and streamline critical points in the workflow.</a:t>
          </a:r>
          <a:endParaRPr lang="en-US"/>
        </a:p>
      </dgm:t>
    </dgm:pt>
    <dgm:pt modelId="{51983280-57EE-4D08-B5BB-A8016D6845DB}" type="parTrans" cxnId="{BD0903ED-4B96-4E46-8AB2-581A397129EA}">
      <dgm:prSet/>
      <dgm:spPr/>
      <dgm:t>
        <a:bodyPr/>
        <a:lstStyle/>
        <a:p>
          <a:endParaRPr lang="en-US"/>
        </a:p>
      </dgm:t>
    </dgm:pt>
    <dgm:pt modelId="{2193C7CD-23BD-40A8-A3D7-ABB5D0BA2A42}" type="sibTrans" cxnId="{BD0903ED-4B96-4E46-8AB2-581A397129EA}">
      <dgm:prSet/>
      <dgm:spPr/>
      <dgm:t>
        <a:bodyPr/>
        <a:lstStyle/>
        <a:p>
          <a:endParaRPr lang="en-US"/>
        </a:p>
      </dgm:t>
    </dgm:pt>
    <dgm:pt modelId="{4A5738C9-126C-4B46-B501-65D0F26792A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 i="0" dirty="0"/>
            <a:t>Check-ins Implementation</a:t>
          </a:r>
          <a:endParaRPr lang="en-US" dirty="0"/>
        </a:p>
      </dgm:t>
    </dgm:pt>
    <dgm:pt modelId="{BF5EE9B0-305C-459B-8B5E-950DDDE23EB3}" type="parTrans" cxnId="{4CD88223-876E-48F4-83CC-019C97B0701B}">
      <dgm:prSet/>
      <dgm:spPr/>
      <dgm:t>
        <a:bodyPr/>
        <a:lstStyle/>
        <a:p>
          <a:endParaRPr lang="en-US"/>
        </a:p>
      </dgm:t>
    </dgm:pt>
    <dgm:pt modelId="{891AF0C8-86B9-458C-AB91-2F05A44993EF}" type="sibTrans" cxnId="{4CD88223-876E-48F4-83CC-019C97B0701B}">
      <dgm:prSet/>
      <dgm:spPr/>
      <dgm:t>
        <a:bodyPr/>
        <a:lstStyle/>
        <a:p>
          <a:endParaRPr lang="en-US"/>
        </a:p>
      </dgm:t>
    </dgm:pt>
    <dgm:pt modelId="{B37E0CA2-2EEA-42DC-A6B1-4CCA017D00E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Schedule regular check-ins with team members involved in data collection.</a:t>
          </a:r>
          <a:endParaRPr lang="en-US"/>
        </a:p>
      </dgm:t>
    </dgm:pt>
    <dgm:pt modelId="{02DE8BC8-3AAD-422E-A4E4-A60FA29DD5A0}" type="parTrans" cxnId="{CD91441E-8A0D-47BF-BF41-E071DEF465B2}">
      <dgm:prSet/>
      <dgm:spPr/>
      <dgm:t>
        <a:bodyPr/>
        <a:lstStyle/>
        <a:p>
          <a:endParaRPr lang="en-US"/>
        </a:p>
      </dgm:t>
    </dgm:pt>
    <dgm:pt modelId="{F6EFF803-6B08-477A-BD03-C9DF8F16E17D}" type="sibTrans" cxnId="{CD91441E-8A0D-47BF-BF41-E071DEF465B2}">
      <dgm:prSet/>
      <dgm:spPr/>
      <dgm:t>
        <a:bodyPr/>
        <a:lstStyle/>
        <a:p>
          <a:endParaRPr lang="en-US"/>
        </a:p>
      </dgm:t>
    </dgm:pt>
    <dgm:pt modelId="{6C64424A-A307-4FF7-A379-E32C347FA4D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Discuss progress, challenges, and potential delays.</a:t>
          </a:r>
          <a:endParaRPr lang="en-US"/>
        </a:p>
      </dgm:t>
    </dgm:pt>
    <dgm:pt modelId="{329E3E65-173F-48A6-A0A0-8FED20FEBD36}" type="parTrans" cxnId="{AB0B72B0-B27A-4323-B339-C7B361FFB574}">
      <dgm:prSet/>
      <dgm:spPr/>
      <dgm:t>
        <a:bodyPr/>
        <a:lstStyle/>
        <a:p>
          <a:endParaRPr lang="en-US"/>
        </a:p>
      </dgm:t>
    </dgm:pt>
    <dgm:pt modelId="{DC827084-09F1-4FFF-A31F-609FC802850A}" type="sibTrans" cxnId="{AB0B72B0-B27A-4323-B339-C7B361FFB574}">
      <dgm:prSet/>
      <dgm:spPr/>
      <dgm:t>
        <a:bodyPr/>
        <a:lstStyle/>
        <a:p>
          <a:endParaRPr lang="en-US"/>
        </a:p>
      </dgm:t>
    </dgm:pt>
    <dgm:pt modelId="{A5AC599A-D38B-43CF-A3E7-31AC1A55D15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Adjust timelines or allocate additional resources based on check-in insights.</a:t>
          </a:r>
          <a:endParaRPr lang="en-US"/>
        </a:p>
      </dgm:t>
    </dgm:pt>
    <dgm:pt modelId="{F3C0CDFC-6409-42C0-A363-2D5BA9A140E8}" type="parTrans" cxnId="{9A80E4D3-285C-4FAC-B470-3213890C2885}">
      <dgm:prSet/>
      <dgm:spPr/>
      <dgm:t>
        <a:bodyPr/>
        <a:lstStyle/>
        <a:p>
          <a:endParaRPr lang="en-US"/>
        </a:p>
      </dgm:t>
    </dgm:pt>
    <dgm:pt modelId="{A8CF1504-8A7A-449D-855E-6DF328541A97}" type="sibTrans" cxnId="{9A80E4D3-285C-4FAC-B470-3213890C2885}">
      <dgm:prSet/>
      <dgm:spPr/>
      <dgm:t>
        <a:bodyPr/>
        <a:lstStyle/>
        <a:p>
          <a:endParaRPr lang="en-US"/>
        </a:p>
      </dgm:t>
    </dgm:pt>
    <dgm:pt modelId="{E2BB423E-0DC5-43F8-A150-FE81539F443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 i="0" dirty="0"/>
            <a:t>Communication Channels Establishment</a:t>
          </a:r>
          <a:endParaRPr lang="en-US" dirty="0"/>
        </a:p>
      </dgm:t>
    </dgm:pt>
    <dgm:pt modelId="{14D1D391-FC27-4699-87C2-DDAB39ACAFE2}" type="parTrans" cxnId="{D294D169-0C72-4144-B1E3-2A4E29C6719D}">
      <dgm:prSet/>
      <dgm:spPr/>
      <dgm:t>
        <a:bodyPr/>
        <a:lstStyle/>
        <a:p>
          <a:endParaRPr lang="en-US"/>
        </a:p>
      </dgm:t>
    </dgm:pt>
    <dgm:pt modelId="{6E7329F6-53B3-4F1D-90C5-96CC8F29ED7A}" type="sibTrans" cxnId="{D294D169-0C72-4144-B1E3-2A4E29C6719D}">
      <dgm:prSet/>
      <dgm:spPr/>
      <dgm:t>
        <a:bodyPr/>
        <a:lstStyle/>
        <a:p>
          <a:endParaRPr lang="en-US"/>
        </a:p>
      </dgm:t>
    </dgm:pt>
    <dgm:pt modelId="{123D62A8-4DF8-48CB-8F45-1C0083972DA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Establish efficient communication channels for real-time updates.</a:t>
          </a:r>
          <a:endParaRPr lang="en-US"/>
        </a:p>
      </dgm:t>
    </dgm:pt>
    <dgm:pt modelId="{5C9874D9-A37A-43E0-9206-66FC5257E70C}" type="parTrans" cxnId="{5DC1F07C-AADA-45F8-80E8-64D8F9FC18D7}">
      <dgm:prSet/>
      <dgm:spPr/>
      <dgm:t>
        <a:bodyPr/>
        <a:lstStyle/>
        <a:p>
          <a:endParaRPr lang="en-US"/>
        </a:p>
      </dgm:t>
    </dgm:pt>
    <dgm:pt modelId="{DF5FE4B3-3C74-4CFF-AD20-68E649DB2648}" type="sibTrans" cxnId="{5DC1F07C-AADA-45F8-80E8-64D8F9FC18D7}">
      <dgm:prSet/>
      <dgm:spPr/>
      <dgm:t>
        <a:bodyPr/>
        <a:lstStyle/>
        <a:p>
          <a:endParaRPr lang="en-US"/>
        </a:p>
      </dgm:t>
    </dgm:pt>
    <dgm:pt modelId="{ACBC4C85-F290-4AAE-B815-E31A7A0D413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Utilize project management tools and collaboration platforms.</a:t>
          </a:r>
          <a:endParaRPr lang="en-US"/>
        </a:p>
      </dgm:t>
    </dgm:pt>
    <dgm:pt modelId="{1DEC43EE-DFA4-4E15-8222-16B29ED68DB0}" type="parTrans" cxnId="{29974F23-62CC-48C5-B3EF-745557B6A200}">
      <dgm:prSet/>
      <dgm:spPr/>
      <dgm:t>
        <a:bodyPr/>
        <a:lstStyle/>
        <a:p>
          <a:endParaRPr lang="en-US"/>
        </a:p>
      </dgm:t>
    </dgm:pt>
    <dgm:pt modelId="{77C63E26-F311-4DA9-ACF0-9ADD0D7363F1}" type="sibTrans" cxnId="{29974F23-62CC-48C5-B3EF-745557B6A200}">
      <dgm:prSet/>
      <dgm:spPr/>
      <dgm:t>
        <a:bodyPr/>
        <a:lstStyle/>
        <a:p>
          <a:endParaRPr lang="en-US"/>
        </a:p>
      </dgm:t>
    </dgm:pt>
    <dgm:pt modelId="{4336E9E6-F0B6-4CEF-84D5-67658C424F2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Ensure clear channels for issue escalation and resolution.</a:t>
          </a:r>
          <a:endParaRPr lang="en-US"/>
        </a:p>
      </dgm:t>
    </dgm:pt>
    <dgm:pt modelId="{6B9AD962-37ED-44F9-901F-498FEB7955F5}" type="parTrans" cxnId="{C12EB16B-DBA7-466E-8482-FDD4627AB147}">
      <dgm:prSet/>
      <dgm:spPr/>
      <dgm:t>
        <a:bodyPr/>
        <a:lstStyle/>
        <a:p>
          <a:endParaRPr lang="en-US"/>
        </a:p>
      </dgm:t>
    </dgm:pt>
    <dgm:pt modelId="{52D2535F-5208-4814-9ACC-E8610BB5F91F}" type="sibTrans" cxnId="{C12EB16B-DBA7-466E-8482-FDD4627AB147}">
      <dgm:prSet/>
      <dgm:spPr/>
      <dgm:t>
        <a:bodyPr/>
        <a:lstStyle/>
        <a:p>
          <a:endParaRPr lang="en-US"/>
        </a:p>
      </dgm:t>
    </dgm:pt>
    <dgm:pt modelId="{F1CCF0A1-E119-4C59-A296-14D792BBEF4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 i="0" dirty="0"/>
            <a:t>Response Plan Development</a:t>
          </a:r>
          <a:endParaRPr lang="en-US" dirty="0"/>
        </a:p>
      </dgm:t>
    </dgm:pt>
    <dgm:pt modelId="{61973B5B-3C35-4EFD-B040-D53F1222C3DB}" type="parTrans" cxnId="{6B0E922B-98C2-4258-9408-F9C9C35277E3}">
      <dgm:prSet/>
      <dgm:spPr/>
      <dgm:t>
        <a:bodyPr/>
        <a:lstStyle/>
        <a:p>
          <a:endParaRPr lang="en-US"/>
        </a:p>
      </dgm:t>
    </dgm:pt>
    <dgm:pt modelId="{498E898B-05D2-40BF-AAE3-7A47A609450D}" type="sibTrans" cxnId="{6B0E922B-98C2-4258-9408-F9C9C35277E3}">
      <dgm:prSet/>
      <dgm:spPr/>
      <dgm:t>
        <a:bodyPr/>
        <a:lstStyle/>
        <a:p>
          <a:endParaRPr lang="en-US"/>
        </a:p>
      </dgm:t>
    </dgm:pt>
    <dgm:pt modelId="{2B62114E-68CE-4B03-920A-D9AFD3E3F9C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Develop a response plan outlining specific actions for potential delays.</a:t>
          </a:r>
          <a:endParaRPr lang="en-US"/>
        </a:p>
      </dgm:t>
    </dgm:pt>
    <dgm:pt modelId="{52A12AD6-780A-48BB-A8B9-1336588E2C2A}" type="parTrans" cxnId="{572C447A-81E5-4D8B-BA04-A8D45AF75F36}">
      <dgm:prSet/>
      <dgm:spPr/>
      <dgm:t>
        <a:bodyPr/>
        <a:lstStyle/>
        <a:p>
          <a:endParaRPr lang="en-US"/>
        </a:p>
      </dgm:t>
    </dgm:pt>
    <dgm:pt modelId="{3C368A42-FA61-4E97-AB07-DB276FF54CD2}" type="sibTrans" cxnId="{572C447A-81E5-4D8B-BA04-A8D45AF75F36}">
      <dgm:prSet/>
      <dgm:spPr/>
      <dgm:t>
        <a:bodyPr/>
        <a:lstStyle/>
        <a:p>
          <a:endParaRPr lang="en-US"/>
        </a:p>
      </dgm:t>
    </dgm:pt>
    <dgm:pt modelId="{98B2837A-CA84-4B59-9574-F00D09D545B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Define roles and responsibilities for addressing issues.</a:t>
          </a:r>
          <a:endParaRPr lang="en-US"/>
        </a:p>
      </dgm:t>
    </dgm:pt>
    <dgm:pt modelId="{37106941-82EA-4580-8CE2-02B227D9D8BF}" type="parTrans" cxnId="{CC2386D7-D8E4-48A1-AA92-F64C6C3DCF49}">
      <dgm:prSet/>
      <dgm:spPr/>
      <dgm:t>
        <a:bodyPr/>
        <a:lstStyle/>
        <a:p>
          <a:endParaRPr lang="en-US"/>
        </a:p>
      </dgm:t>
    </dgm:pt>
    <dgm:pt modelId="{CD000E83-449F-4A1B-84DA-0FC5BC8A622C}" type="sibTrans" cxnId="{CC2386D7-D8E4-48A1-AA92-F64C6C3DCF49}">
      <dgm:prSet/>
      <dgm:spPr/>
      <dgm:t>
        <a:bodyPr/>
        <a:lstStyle/>
        <a:p>
          <a:endParaRPr lang="en-US"/>
        </a:p>
      </dgm:t>
    </dgm:pt>
    <dgm:pt modelId="{A0D18D3E-5863-4E35-A74F-3E3D51F8B94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Identify alternative data sources or collection methods as a backup.</a:t>
          </a:r>
          <a:endParaRPr lang="en-US"/>
        </a:p>
      </dgm:t>
    </dgm:pt>
    <dgm:pt modelId="{48817B62-8A68-4F1E-B8B1-CF7A89E86CCF}" type="parTrans" cxnId="{D19B8EF8-D1FB-4851-83E7-5AAF8437223D}">
      <dgm:prSet/>
      <dgm:spPr/>
      <dgm:t>
        <a:bodyPr/>
        <a:lstStyle/>
        <a:p>
          <a:endParaRPr lang="en-US"/>
        </a:p>
      </dgm:t>
    </dgm:pt>
    <dgm:pt modelId="{945459C9-B19E-4CE9-951E-302F1A548E5C}" type="sibTrans" cxnId="{D19B8EF8-D1FB-4851-83E7-5AAF8437223D}">
      <dgm:prSet/>
      <dgm:spPr/>
      <dgm:t>
        <a:bodyPr/>
        <a:lstStyle/>
        <a:p>
          <a:endParaRPr lang="en-US"/>
        </a:p>
      </dgm:t>
    </dgm:pt>
    <dgm:pt modelId="{51B5C9EC-47C3-414C-AD26-87A40553F4FE}" type="pres">
      <dgm:prSet presAssocID="{E03ACFCE-6CCB-4D26-85D3-429B85CDDF97}" presName="root" presStyleCnt="0">
        <dgm:presLayoutVars>
          <dgm:dir/>
          <dgm:resizeHandles val="exact"/>
        </dgm:presLayoutVars>
      </dgm:prSet>
      <dgm:spPr/>
    </dgm:pt>
    <dgm:pt modelId="{EF2F209E-03B3-4737-8C56-43B2466F4448}" type="pres">
      <dgm:prSet presAssocID="{CA914F72-6437-4D65-9B8F-3479E76CEEE0}" presName="compNode" presStyleCnt="0"/>
      <dgm:spPr/>
    </dgm:pt>
    <dgm:pt modelId="{5F71941E-94D4-45C6-9686-1DB743279A45}" type="pres">
      <dgm:prSet presAssocID="{CA914F72-6437-4D65-9B8F-3479E76CEEE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3A1E878F-0038-45B6-8DFC-F9F56E4880F5}" type="pres">
      <dgm:prSet presAssocID="{CA914F72-6437-4D65-9B8F-3479E76CEEE0}" presName="iconSpace" presStyleCnt="0"/>
      <dgm:spPr/>
    </dgm:pt>
    <dgm:pt modelId="{AD3F4036-0722-49D0-AAB0-37538393F129}" type="pres">
      <dgm:prSet presAssocID="{CA914F72-6437-4D65-9B8F-3479E76CEEE0}" presName="parTx" presStyleLbl="revTx" presStyleIdx="0" presStyleCnt="10">
        <dgm:presLayoutVars>
          <dgm:chMax val="0"/>
          <dgm:chPref val="0"/>
        </dgm:presLayoutVars>
      </dgm:prSet>
      <dgm:spPr/>
    </dgm:pt>
    <dgm:pt modelId="{ED31A2B6-62D3-4B15-BEA5-71085F2E9898}" type="pres">
      <dgm:prSet presAssocID="{CA914F72-6437-4D65-9B8F-3479E76CEEE0}" presName="txSpace" presStyleCnt="0"/>
      <dgm:spPr/>
    </dgm:pt>
    <dgm:pt modelId="{9519418A-26DB-4BF9-894B-E4D306649288}" type="pres">
      <dgm:prSet presAssocID="{CA914F72-6437-4D65-9B8F-3479E76CEEE0}" presName="desTx" presStyleLbl="revTx" presStyleIdx="1" presStyleCnt="10">
        <dgm:presLayoutVars/>
      </dgm:prSet>
      <dgm:spPr/>
    </dgm:pt>
    <dgm:pt modelId="{E384D8F8-EE20-4092-9AB6-359C3B9FC56E}" type="pres">
      <dgm:prSet presAssocID="{E1FA560E-0DE0-4787-94DB-E581F5D0682C}" presName="sibTrans" presStyleCnt="0"/>
      <dgm:spPr/>
    </dgm:pt>
    <dgm:pt modelId="{2C91AEFC-9E7D-4BA2-BE5C-A51A452CDA83}" type="pres">
      <dgm:prSet presAssocID="{3A27731C-17F9-4CE5-87C4-6D8A208D9CF4}" presName="compNode" presStyleCnt="0"/>
      <dgm:spPr/>
    </dgm:pt>
    <dgm:pt modelId="{3749953F-4A3E-41EB-8AA0-38CB24F270D2}" type="pres">
      <dgm:prSet presAssocID="{3A27731C-17F9-4CE5-87C4-6D8A208D9CF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73989DC-6992-4CCC-835C-273E093CF7A1}" type="pres">
      <dgm:prSet presAssocID="{3A27731C-17F9-4CE5-87C4-6D8A208D9CF4}" presName="iconSpace" presStyleCnt="0"/>
      <dgm:spPr/>
    </dgm:pt>
    <dgm:pt modelId="{D8315C34-4BBB-4561-B22B-7485042B013C}" type="pres">
      <dgm:prSet presAssocID="{3A27731C-17F9-4CE5-87C4-6D8A208D9CF4}" presName="parTx" presStyleLbl="revTx" presStyleIdx="2" presStyleCnt="10">
        <dgm:presLayoutVars>
          <dgm:chMax val="0"/>
          <dgm:chPref val="0"/>
        </dgm:presLayoutVars>
      </dgm:prSet>
      <dgm:spPr/>
    </dgm:pt>
    <dgm:pt modelId="{C5161EE8-0AA1-4A6A-B243-438107219864}" type="pres">
      <dgm:prSet presAssocID="{3A27731C-17F9-4CE5-87C4-6D8A208D9CF4}" presName="txSpace" presStyleCnt="0"/>
      <dgm:spPr/>
    </dgm:pt>
    <dgm:pt modelId="{DC87BD76-703F-4F08-849E-8287664F7058}" type="pres">
      <dgm:prSet presAssocID="{3A27731C-17F9-4CE5-87C4-6D8A208D9CF4}" presName="desTx" presStyleLbl="revTx" presStyleIdx="3" presStyleCnt="10">
        <dgm:presLayoutVars/>
      </dgm:prSet>
      <dgm:spPr/>
    </dgm:pt>
    <dgm:pt modelId="{64234EA1-4E3B-4ADA-AB07-E82B169600E9}" type="pres">
      <dgm:prSet presAssocID="{35846B46-C157-44C8-ACEC-114D1DD32BCA}" presName="sibTrans" presStyleCnt="0"/>
      <dgm:spPr/>
    </dgm:pt>
    <dgm:pt modelId="{862AE43B-C041-4C36-AC36-BC9F972B8D5B}" type="pres">
      <dgm:prSet presAssocID="{4A5738C9-126C-4B46-B501-65D0F26792A5}" presName="compNode" presStyleCnt="0"/>
      <dgm:spPr/>
    </dgm:pt>
    <dgm:pt modelId="{845FCD88-AE42-480F-91CA-0D3D70637B9E}" type="pres">
      <dgm:prSet presAssocID="{4A5738C9-126C-4B46-B501-65D0F26792A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7EBEF888-58BB-4E42-8B54-3D7D439A810C}" type="pres">
      <dgm:prSet presAssocID="{4A5738C9-126C-4B46-B501-65D0F26792A5}" presName="iconSpace" presStyleCnt="0"/>
      <dgm:spPr/>
    </dgm:pt>
    <dgm:pt modelId="{A7211533-80F5-42A5-A7E8-8730CB5B4346}" type="pres">
      <dgm:prSet presAssocID="{4A5738C9-126C-4B46-B501-65D0F26792A5}" presName="parTx" presStyleLbl="revTx" presStyleIdx="4" presStyleCnt="10">
        <dgm:presLayoutVars>
          <dgm:chMax val="0"/>
          <dgm:chPref val="0"/>
        </dgm:presLayoutVars>
      </dgm:prSet>
      <dgm:spPr/>
    </dgm:pt>
    <dgm:pt modelId="{0DA06464-47F4-401B-82DA-F6BCF6338B1D}" type="pres">
      <dgm:prSet presAssocID="{4A5738C9-126C-4B46-B501-65D0F26792A5}" presName="txSpace" presStyleCnt="0"/>
      <dgm:spPr/>
    </dgm:pt>
    <dgm:pt modelId="{F91D351F-5F5C-41DA-8BF1-19CCA1095607}" type="pres">
      <dgm:prSet presAssocID="{4A5738C9-126C-4B46-B501-65D0F26792A5}" presName="desTx" presStyleLbl="revTx" presStyleIdx="5" presStyleCnt="10">
        <dgm:presLayoutVars/>
      </dgm:prSet>
      <dgm:spPr/>
    </dgm:pt>
    <dgm:pt modelId="{44F8CC7E-D8AC-4915-9574-AAE094704A2B}" type="pres">
      <dgm:prSet presAssocID="{891AF0C8-86B9-458C-AB91-2F05A44993EF}" presName="sibTrans" presStyleCnt="0"/>
      <dgm:spPr/>
    </dgm:pt>
    <dgm:pt modelId="{DEDA3381-B85C-41C5-8FC9-FC8D60E1C60B}" type="pres">
      <dgm:prSet presAssocID="{E2BB423E-0DC5-43F8-A150-FE81539F4435}" presName="compNode" presStyleCnt="0"/>
      <dgm:spPr/>
    </dgm:pt>
    <dgm:pt modelId="{F46BBC78-EE8E-4B5D-B893-65903248A054}" type="pres">
      <dgm:prSet presAssocID="{E2BB423E-0DC5-43F8-A150-FE81539F443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tellite dish"/>
        </a:ext>
      </dgm:extLst>
    </dgm:pt>
    <dgm:pt modelId="{4E39B1BD-C176-4418-A57E-A4907FA5540D}" type="pres">
      <dgm:prSet presAssocID="{E2BB423E-0DC5-43F8-A150-FE81539F4435}" presName="iconSpace" presStyleCnt="0"/>
      <dgm:spPr/>
    </dgm:pt>
    <dgm:pt modelId="{B764BB70-0E5A-4C40-8181-DE5CB8D95585}" type="pres">
      <dgm:prSet presAssocID="{E2BB423E-0DC5-43F8-A150-FE81539F4435}" presName="parTx" presStyleLbl="revTx" presStyleIdx="6" presStyleCnt="10">
        <dgm:presLayoutVars>
          <dgm:chMax val="0"/>
          <dgm:chPref val="0"/>
        </dgm:presLayoutVars>
      </dgm:prSet>
      <dgm:spPr/>
    </dgm:pt>
    <dgm:pt modelId="{2E6633FC-205A-4C6A-B282-33A7E5C17902}" type="pres">
      <dgm:prSet presAssocID="{E2BB423E-0DC5-43F8-A150-FE81539F4435}" presName="txSpace" presStyleCnt="0"/>
      <dgm:spPr/>
    </dgm:pt>
    <dgm:pt modelId="{752E359E-CC2C-4058-A1FF-46CF5BFF43D4}" type="pres">
      <dgm:prSet presAssocID="{E2BB423E-0DC5-43F8-A150-FE81539F4435}" presName="desTx" presStyleLbl="revTx" presStyleIdx="7" presStyleCnt="10">
        <dgm:presLayoutVars/>
      </dgm:prSet>
      <dgm:spPr/>
    </dgm:pt>
    <dgm:pt modelId="{39D69910-8FF4-4548-86D6-8BCA55B9EA3B}" type="pres">
      <dgm:prSet presAssocID="{6E7329F6-53B3-4F1D-90C5-96CC8F29ED7A}" presName="sibTrans" presStyleCnt="0"/>
      <dgm:spPr/>
    </dgm:pt>
    <dgm:pt modelId="{64356506-7A3B-4E2D-A10D-C66089258FDA}" type="pres">
      <dgm:prSet presAssocID="{F1CCF0A1-E119-4C59-A296-14D792BBEF4A}" presName="compNode" presStyleCnt="0"/>
      <dgm:spPr/>
    </dgm:pt>
    <dgm:pt modelId="{D05B3A74-DE25-44A7-9424-92672BCB8E4E}" type="pres">
      <dgm:prSet presAssocID="{F1CCF0A1-E119-4C59-A296-14D792BBEF4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892E2AD5-7B6D-429E-91AC-07B0A28D2571}" type="pres">
      <dgm:prSet presAssocID="{F1CCF0A1-E119-4C59-A296-14D792BBEF4A}" presName="iconSpace" presStyleCnt="0"/>
      <dgm:spPr/>
    </dgm:pt>
    <dgm:pt modelId="{2C92B747-A620-40EB-899C-B0CEE7FD21FB}" type="pres">
      <dgm:prSet presAssocID="{F1CCF0A1-E119-4C59-A296-14D792BBEF4A}" presName="parTx" presStyleLbl="revTx" presStyleIdx="8" presStyleCnt="10">
        <dgm:presLayoutVars>
          <dgm:chMax val="0"/>
          <dgm:chPref val="0"/>
        </dgm:presLayoutVars>
      </dgm:prSet>
      <dgm:spPr/>
    </dgm:pt>
    <dgm:pt modelId="{0FFEC854-2BDF-4938-8AF2-C6974D40A732}" type="pres">
      <dgm:prSet presAssocID="{F1CCF0A1-E119-4C59-A296-14D792BBEF4A}" presName="txSpace" presStyleCnt="0"/>
      <dgm:spPr/>
    </dgm:pt>
    <dgm:pt modelId="{7E7D9044-F7E6-482B-9F07-507363BC6931}" type="pres">
      <dgm:prSet presAssocID="{F1CCF0A1-E119-4C59-A296-14D792BBEF4A}" presName="desTx" presStyleLbl="revTx" presStyleIdx="9" presStyleCnt="10">
        <dgm:presLayoutVars/>
      </dgm:prSet>
      <dgm:spPr/>
    </dgm:pt>
  </dgm:ptLst>
  <dgm:cxnLst>
    <dgm:cxn modelId="{47D69804-B8B5-458F-BC98-6B01C8B2A74F}" type="presOf" srcId="{98B2837A-CA84-4B59-9574-F00D09D545B4}" destId="{7E7D9044-F7E6-482B-9F07-507363BC6931}" srcOrd="0" destOrd="1" presId="urn:microsoft.com/office/officeart/2018/2/layout/IconLabelDescriptionList"/>
    <dgm:cxn modelId="{E2A4E513-E9AD-4E65-9A9E-7E444AFEFF9E}" type="presOf" srcId="{2B62114E-68CE-4B03-920A-D9AFD3E3F9C4}" destId="{7E7D9044-F7E6-482B-9F07-507363BC6931}" srcOrd="0" destOrd="0" presId="urn:microsoft.com/office/officeart/2018/2/layout/IconLabelDescriptionList"/>
    <dgm:cxn modelId="{21BF191B-BDFB-41F8-A3B8-41DEC04BCB5E}" srcId="{E03ACFCE-6CCB-4D26-85D3-429B85CDDF97}" destId="{3A27731C-17F9-4CE5-87C4-6D8A208D9CF4}" srcOrd="1" destOrd="0" parTransId="{CD15C2DF-4EBA-4F60-9770-83919B1482A2}" sibTransId="{35846B46-C157-44C8-ACEC-114D1DD32BCA}"/>
    <dgm:cxn modelId="{0966E31B-650B-4570-8E83-51C4DD47B23C}" type="presOf" srcId="{CA914F72-6437-4D65-9B8F-3479E76CEEE0}" destId="{AD3F4036-0722-49D0-AAB0-37538393F129}" srcOrd="0" destOrd="0" presId="urn:microsoft.com/office/officeart/2018/2/layout/IconLabelDescriptionList"/>
    <dgm:cxn modelId="{CD91441E-8A0D-47BF-BF41-E071DEF465B2}" srcId="{4A5738C9-126C-4B46-B501-65D0F26792A5}" destId="{B37E0CA2-2EEA-42DC-A6B1-4CCA017D00ED}" srcOrd="0" destOrd="0" parTransId="{02DE8BC8-3AAD-422E-A4E4-A60FA29DD5A0}" sibTransId="{F6EFF803-6B08-477A-BD03-C9DF8F16E17D}"/>
    <dgm:cxn modelId="{29974F23-62CC-48C5-B3EF-745557B6A200}" srcId="{E2BB423E-0DC5-43F8-A150-FE81539F4435}" destId="{ACBC4C85-F290-4AAE-B815-E31A7A0D413C}" srcOrd="1" destOrd="0" parTransId="{1DEC43EE-DFA4-4E15-8222-16B29ED68DB0}" sibTransId="{77C63E26-F311-4DA9-ACF0-9ADD0D7363F1}"/>
    <dgm:cxn modelId="{4CD88223-876E-48F4-83CC-019C97B0701B}" srcId="{E03ACFCE-6CCB-4D26-85D3-429B85CDDF97}" destId="{4A5738C9-126C-4B46-B501-65D0F26792A5}" srcOrd="2" destOrd="0" parTransId="{BF5EE9B0-305C-459B-8B5E-950DDDE23EB3}" sibTransId="{891AF0C8-86B9-458C-AB91-2F05A44993EF}"/>
    <dgm:cxn modelId="{6B0E922B-98C2-4258-9408-F9C9C35277E3}" srcId="{E03ACFCE-6CCB-4D26-85D3-429B85CDDF97}" destId="{F1CCF0A1-E119-4C59-A296-14D792BBEF4A}" srcOrd="4" destOrd="0" parTransId="{61973B5B-3C35-4EFD-B040-D53F1222C3DB}" sibTransId="{498E898B-05D2-40BF-AAE3-7A47A609450D}"/>
    <dgm:cxn modelId="{3A29C02C-0493-40D4-A6E2-CE09D33B5312}" type="presOf" srcId="{4336E9E6-F0B6-4CEF-84D5-67658C424F2B}" destId="{752E359E-CC2C-4058-A1FF-46CF5BFF43D4}" srcOrd="0" destOrd="2" presId="urn:microsoft.com/office/officeart/2018/2/layout/IconLabelDescriptionList"/>
    <dgm:cxn modelId="{909AF632-F99D-4BE5-9CE6-B14F4E8A167B}" type="presOf" srcId="{123D62A8-4DF8-48CB-8F45-1C0083972DA7}" destId="{752E359E-CC2C-4058-A1FF-46CF5BFF43D4}" srcOrd="0" destOrd="0" presId="urn:microsoft.com/office/officeart/2018/2/layout/IconLabelDescriptionList"/>
    <dgm:cxn modelId="{62FB903C-B968-44F6-92BF-AD92B4E8BAB9}" srcId="{3A27731C-17F9-4CE5-87C4-6D8A208D9CF4}" destId="{B119E9A0-79C9-4321-9621-7DAB2836A5CA}" srcOrd="1" destOrd="0" parTransId="{6DA47EE5-4E67-418F-8F4C-EB8C6283DA67}" sibTransId="{EA89257C-2297-4F81-AEEA-7E8B9647A8A5}"/>
    <dgm:cxn modelId="{66D69D43-B31C-4C40-898F-E0380B22CD4E}" srcId="{3A27731C-17F9-4CE5-87C4-6D8A208D9CF4}" destId="{F572E0CA-866E-4759-A538-2D540123721E}" srcOrd="0" destOrd="0" parTransId="{1AB4E608-BAF9-4E40-9A13-BCA26EB25E03}" sibTransId="{A5146A5D-7C1D-4CBB-99E9-F91FE8417907}"/>
    <dgm:cxn modelId="{94255445-3810-4CEA-A990-2AE25327AC6F}" type="presOf" srcId="{B37E0CA2-2EEA-42DC-A6B1-4CCA017D00ED}" destId="{F91D351F-5F5C-41DA-8BF1-19CCA1095607}" srcOrd="0" destOrd="0" presId="urn:microsoft.com/office/officeart/2018/2/layout/IconLabelDescriptionList"/>
    <dgm:cxn modelId="{9A9C4E46-42B1-4460-AF9A-E94142A7F81D}" srcId="{CA914F72-6437-4D65-9B8F-3479E76CEEE0}" destId="{66B826AA-ECB0-4BAD-93A9-1C048003FEB4}" srcOrd="1" destOrd="0" parTransId="{F23FAB69-C915-4505-BAE1-80A7448E2783}" sibTransId="{B3144D1A-B4D0-4648-ACA0-35F24DFF0B93}"/>
    <dgm:cxn modelId="{4EF8FF48-1AA0-461E-BF6D-12A530114E22}" srcId="{E03ACFCE-6CCB-4D26-85D3-429B85CDDF97}" destId="{CA914F72-6437-4D65-9B8F-3479E76CEEE0}" srcOrd="0" destOrd="0" parTransId="{026A2A68-E634-4CE8-829E-4D3A94FCD137}" sibTransId="{E1FA560E-0DE0-4787-94DB-E581F5D0682C}"/>
    <dgm:cxn modelId="{4C6E0451-271D-401F-A1C3-62441DD39DEB}" type="presOf" srcId="{ACBC4C85-F290-4AAE-B815-E31A7A0D413C}" destId="{752E359E-CC2C-4058-A1FF-46CF5BFF43D4}" srcOrd="0" destOrd="1" presId="urn:microsoft.com/office/officeart/2018/2/layout/IconLabelDescriptionList"/>
    <dgm:cxn modelId="{A427B951-E89B-4F2C-9972-10401380F5E2}" type="presOf" srcId="{6C64424A-A307-4FF7-A379-E32C347FA4DA}" destId="{F91D351F-5F5C-41DA-8BF1-19CCA1095607}" srcOrd="0" destOrd="1" presId="urn:microsoft.com/office/officeart/2018/2/layout/IconLabelDescriptionList"/>
    <dgm:cxn modelId="{D294D169-0C72-4144-B1E3-2A4E29C6719D}" srcId="{E03ACFCE-6CCB-4D26-85D3-429B85CDDF97}" destId="{E2BB423E-0DC5-43F8-A150-FE81539F4435}" srcOrd="3" destOrd="0" parTransId="{14D1D391-FC27-4699-87C2-DDAB39ACAFE2}" sibTransId="{6E7329F6-53B3-4F1D-90C5-96CC8F29ED7A}"/>
    <dgm:cxn modelId="{C12EB16B-DBA7-466E-8482-FDD4627AB147}" srcId="{E2BB423E-0DC5-43F8-A150-FE81539F4435}" destId="{4336E9E6-F0B6-4CEF-84D5-67658C424F2B}" srcOrd="2" destOrd="0" parTransId="{6B9AD962-37ED-44F9-901F-498FEB7955F5}" sibTransId="{52D2535F-5208-4814-9ACC-E8610BB5F91F}"/>
    <dgm:cxn modelId="{5CAC3D6F-06D4-4C7C-A71A-21E52C6A4785}" srcId="{CA914F72-6437-4D65-9B8F-3479E76CEEE0}" destId="{14B31169-694A-4C3A-BA6D-ABCCC502D61F}" srcOrd="0" destOrd="0" parTransId="{D71C73B8-B3E3-484E-A00A-5B2264337ACD}" sibTransId="{C1A2EFDE-9A3A-4929-9465-70CC80D5B19A}"/>
    <dgm:cxn modelId="{7F014379-5E8F-4F19-ABE3-3432582A96F1}" type="presOf" srcId="{44DB9E1A-E55D-4B3E-908F-2088B266BC25}" destId="{9519418A-26DB-4BF9-894B-E4D306649288}" srcOrd="0" destOrd="2" presId="urn:microsoft.com/office/officeart/2018/2/layout/IconLabelDescriptionList"/>
    <dgm:cxn modelId="{572C447A-81E5-4D8B-BA04-A8D45AF75F36}" srcId="{F1CCF0A1-E119-4C59-A296-14D792BBEF4A}" destId="{2B62114E-68CE-4B03-920A-D9AFD3E3F9C4}" srcOrd="0" destOrd="0" parTransId="{52A12AD6-780A-48BB-A8B9-1336588E2C2A}" sibTransId="{3C368A42-FA61-4E97-AB07-DB276FF54CD2}"/>
    <dgm:cxn modelId="{5DC1F07C-AADA-45F8-80E8-64D8F9FC18D7}" srcId="{E2BB423E-0DC5-43F8-A150-FE81539F4435}" destId="{123D62A8-4DF8-48CB-8F45-1C0083972DA7}" srcOrd="0" destOrd="0" parTransId="{5C9874D9-A37A-43E0-9206-66FC5257E70C}" sibTransId="{DF5FE4B3-3C74-4CFF-AD20-68E649DB2648}"/>
    <dgm:cxn modelId="{E4314886-ED51-4E6A-B35F-F91D66EA6171}" type="presOf" srcId="{A0D18D3E-5863-4E35-A74F-3E3D51F8B94E}" destId="{7E7D9044-F7E6-482B-9F07-507363BC6931}" srcOrd="0" destOrd="2" presId="urn:microsoft.com/office/officeart/2018/2/layout/IconLabelDescriptionList"/>
    <dgm:cxn modelId="{C7F5E58C-C59A-42AC-8DE5-49CD1FD9CF9E}" type="presOf" srcId="{E2BB423E-0DC5-43F8-A150-FE81539F4435}" destId="{B764BB70-0E5A-4C40-8181-DE5CB8D95585}" srcOrd="0" destOrd="0" presId="urn:microsoft.com/office/officeart/2018/2/layout/IconLabelDescriptionList"/>
    <dgm:cxn modelId="{9D74BA8F-A006-490A-9516-71E6E94DD6A6}" type="presOf" srcId="{F572E0CA-866E-4759-A538-2D540123721E}" destId="{DC87BD76-703F-4F08-849E-8287664F7058}" srcOrd="0" destOrd="0" presId="urn:microsoft.com/office/officeart/2018/2/layout/IconLabelDescriptionList"/>
    <dgm:cxn modelId="{B800D6A0-6961-4D68-8DC1-5BBB4D03EFCB}" type="presOf" srcId="{66B826AA-ECB0-4BAD-93A9-1C048003FEB4}" destId="{9519418A-26DB-4BF9-894B-E4D306649288}" srcOrd="0" destOrd="1" presId="urn:microsoft.com/office/officeart/2018/2/layout/IconLabelDescriptionList"/>
    <dgm:cxn modelId="{AB0B72B0-B27A-4323-B339-C7B361FFB574}" srcId="{4A5738C9-126C-4B46-B501-65D0F26792A5}" destId="{6C64424A-A307-4FF7-A379-E32C347FA4DA}" srcOrd="1" destOrd="0" parTransId="{329E3E65-173F-48A6-A0A0-8FED20FEBD36}" sibTransId="{DC827084-09F1-4FFF-A31F-609FC802850A}"/>
    <dgm:cxn modelId="{8FCA2DBC-F372-42B3-9C4D-BCE593E9B9B2}" type="presOf" srcId="{E03ACFCE-6CCB-4D26-85D3-429B85CDDF97}" destId="{51B5C9EC-47C3-414C-AD26-87A40553F4FE}" srcOrd="0" destOrd="0" presId="urn:microsoft.com/office/officeart/2018/2/layout/IconLabelDescriptionList"/>
    <dgm:cxn modelId="{05DF04CD-F434-42F4-AE87-A16443A99E0A}" type="presOf" srcId="{F1CCF0A1-E119-4C59-A296-14D792BBEF4A}" destId="{2C92B747-A620-40EB-899C-B0CEE7FD21FB}" srcOrd="0" destOrd="0" presId="urn:microsoft.com/office/officeart/2018/2/layout/IconLabelDescriptionList"/>
    <dgm:cxn modelId="{137A0DD3-E105-48DC-BB52-6B90DCE7951E}" type="presOf" srcId="{B119E9A0-79C9-4321-9621-7DAB2836A5CA}" destId="{DC87BD76-703F-4F08-849E-8287664F7058}" srcOrd="0" destOrd="1" presId="urn:microsoft.com/office/officeart/2018/2/layout/IconLabelDescriptionList"/>
    <dgm:cxn modelId="{9A80E4D3-285C-4FAC-B470-3213890C2885}" srcId="{4A5738C9-126C-4B46-B501-65D0F26792A5}" destId="{A5AC599A-D38B-43CF-A3E7-31AC1A55D153}" srcOrd="2" destOrd="0" parTransId="{F3C0CDFC-6409-42C0-A363-2D5BA9A140E8}" sibTransId="{A8CF1504-8A7A-449D-855E-6DF328541A97}"/>
    <dgm:cxn modelId="{DA314ED5-5876-43AF-A408-0038BC44EFB0}" type="presOf" srcId="{3A27731C-17F9-4CE5-87C4-6D8A208D9CF4}" destId="{D8315C34-4BBB-4561-B22B-7485042B013C}" srcOrd="0" destOrd="0" presId="urn:microsoft.com/office/officeart/2018/2/layout/IconLabelDescriptionList"/>
    <dgm:cxn modelId="{CC2386D7-D8E4-48A1-AA92-F64C6C3DCF49}" srcId="{F1CCF0A1-E119-4C59-A296-14D792BBEF4A}" destId="{98B2837A-CA84-4B59-9574-F00D09D545B4}" srcOrd="1" destOrd="0" parTransId="{37106941-82EA-4580-8CE2-02B227D9D8BF}" sibTransId="{CD000E83-449F-4A1B-84DA-0FC5BC8A622C}"/>
    <dgm:cxn modelId="{88CC10DD-09BF-4A09-843C-3FF05212B617}" type="presOf" srcId="{4A5738C9-126C-4B46-B501-65D0F26792A5}" destId="{A7211533-80F5-42A5-A7E8-8730CB5B4346}" srcOrd="0" destOrd="0" presId="urn:microsoft.com/office/officeart/2018/2/layout/IconLabelDescriptionList"/>
    <dgm:cxn modelId="{78CE89E4-C76F-41CD-BE3C-CF04DA8B2719}" type="presOf" srcId="{A5AC599A-D38B-43CF-A3E7-31AC1A55D153}" destId="{F91D351F-5F5C-41DA-8BF1-19CCA1095607}" srcOrd="0" destOrd="2" presId="urn:microsoft.com/office/officeart/2018/2/layout/IconLabelDescriptionList"/>
    <dgm:cxn modelId="{9A8D64E9-A797-47AB-AF30-9A53D869A3C6}" type="presOf" srcId="{323771AF-C299-4FA4-893C-FCFEBE3A1943}" destId="{DC87BD76-703F-4F08-849E-8287664F7058}" srcOrd="0" destOrd="2" presId="urn:microsoft.com/office/officeart/2018/2/layout/IconLabelDescriptionList"/>
    <dgm:cxn modelId="{BD0903ED-4B96-4E46-8AB2-581A397129EA}" srcId="{3A27731C-17F9-4CE5-87C4-6D8A208D9CF4}" destId="{323771AF-C299-4FA4-893C-FCFEBE3A1943}" srcOrd="2" destOrd="0" parTransId="{51983280-57EE-4D08-B5BB-A8016D6845DB}" sibTransId="{2193C7CD-23BD-40A8-A3D7-ABB5D0BA2A42}"/>
    <dgm:cxn modelId="{07E77FEF-D082-41F4-9FF3-0E511224321D}" type="presOf" srcId="{14B31169-694A-4C3A-BA6D-ABCCC502D61F}" destId="{9519418A-26DB-4BF9-894B-E4D306649288}" srcOrd="0" destOrd="0" presId="urn:microsoft.com/office/officeart/2018/2/layout/IconLabelDescriptionList"/>
    <dgm:cxn modelId="{D19B8EF8-D1FB-4851-83E7-5AAF8437223D}" srcId="{F1CCF0A1-E119-4C59-A296-14D792BBEF4A}" destId="{A0D18D3E-5863-4E35-A74F-3E3D51F8B94E}" srcOrd="2" destOrd="0" parTransId="{48817B62-8A68-4F1E-B8B1-CF7A89E86CCF}" sibTransId="{945459C9-B19E-4CE9-951E-302F1A548E5C}"/>
    <dgm:cxn modelId="{9CFFB1FC-004A-436A-AD72-4FBFE2BA73E0}" srcId="{CA914F72-6437-4D65-9B8F-3479E76CEEE0}" destId="{44DB9E1A-E55D-4B3E-908F-2088B266BC25}" srcOrd="2" destOrd="0" parTransId="{CBBAD9C0-AF65-406A-8F29-7954B7B12936}" sibTransId="{98A33FCF-95CE-4973-8C75-189561B1E850}"/>
    <dgm:cxn modelId="{64C7FCF5-905F-445C-AD86-FF4F2D474FDC}" type="presParOf" srcId="{51B5C9EC-47C3-414C-AD26-87A40553F4FE}" destId="{EF2F209E-03B3-4737-8C56-43B2466F4448}" srcOrd="0" destOrd="0" presId="urn:microsoft.com/office/officeart/2018/2/layout/IconLabelDescriptionList"/>
    <dgm:cxn modelId="{5B755FFC-8A1B-40F2-B728-B6020655512A}" type="presParOf" srcId="{EF2F209E-03B3-4737-8C56-43B2466F4448}" destId="{5F71941E-94D4-45C6-9686-1DB743279A45}" srcOrd="0" destOrd="0" presId="urn:microsoft.com/office/officeart/2018/2/layout/IconLabelDescriptionList"/>
    <dgm:cxn modelId="{2DFB8F50-EAE5-4AB0-92A2-952EA1DD0BD9}" type="presParOf" srcId="{EF2F209E-03B3-4737-8C56-43B2466F4448}" destId="{3A1E878F-0038-45B6-8DFC-F9F56E4880F5}" srcOrd="1" destOrd="0" presId="urn:microsoft.com/office/officeart/2018/2/layout/IconLabelDescriptionList"/>
    <dgm:cxn modelId="{DA9CB685-64DF-4FE8-AFD9-418AA28B90E2}" type="presParOf" srcId="{EF2F209E-03B3-4737-8C56-43B2466F4448}" destId="{AD3F4036-0722-49D0-AAB0-37538393F129}" srcOrd="2" destOrd="0" presId="urn:microsoft.com/office/officeart/2018/2/layout/IconLabelDescriptionList"/>
    <dgm:cxn modelId="{59037B00-1895-411A-B94D-D4B838FBD592}" type="presParOf" srcId="{EF2F209E-03B3-4737-8C56-43B2466F4448}" destId="{ED31A2B6-62D3-4B15-BEA5-71085F2E9898}" srcOrd="3" destOrd="0" presId="urn:microsoft.com/office/officeart/2018/2/layout/IconLabelDescriptionList"/>
    <dgm:cxn modelId="{FB8015C6-8495-434F-95E8-CCE80C80E602}" type="presParOf" srcId="{EF2F209E-03B3-4737-8C56-43B2466F4448}" destId="{9519418A-26DB-4BF9-894B-E4D306649288}" srcOrd="4" destOrd="0" presId="urn:microsoft.com/office/officeart/2018/2/layout/IconLabelDescriptionList"/>
    <dgm:cxn modelId="{1A6822E3-0E28-4827-B4B8-D6BFEC23AE76}" type="presParOf" srcId="{51B5C9EC-47C3-414C-AD26-87A40553F4FE}" destId="{E384D8F8-EE20-4092-9AB6-359C3B9FC56E}" srcOrd="1" destOrd="0" presId="urn:microsoft.com/office/officeart/2018/2/layout/IconLabelDescriptionList"/>
    <dgm:cxn modelId="{B04E271C-B027-498A-AF80-7DBC01F61CB3}" type="presParOf" srcId="{51B5C9EC-47C3-414C-AD26-87A40553F4FE}" destId="{2C91AEFC-9E7D-4BA2-BE5C-A51A452CDA83}" srcOrd="2" destOrd="0" presId="urn:microsoft.com/office/officeart/2018/2/layout/IconLabelDescriptionList"/>
    <dgm:cxn modelId="{12A20C03-6DAF-43D6-908D-F0E2F2CAF22B}" type="presParOf" srcId="{2C91AEFC-9E7D-4BA2-BE5C-A51A452CDA83}" destId="{3749953F-4A3E-41EB-8AA0-38CB24F270D2}" srcOrd="0" destOrd="0" presId="urn:microsoft.com/office/officeart/2018/2/layout/IconLabelDescriptionList"/>
    <dgm:cxn modelId="{75DAF325-3AD1-4B49-938D-9C164478B45D}" type="presParOf" srcId="{2C91AEFC-9E7D-4BA2-BE5C-A51A452CDA83}" destId="{773989DC-6992-4CCC-835C-273E093CF7A1}" srcOrd="1" destOrd="0" presId="urn:microsoft.com/office/officeart/2018/2/layout/IconLabelDescriptionList"/>
    <dgm:cxn modelId="{01B935EC-EBF2-458F-B8A1-3545541B90D7}" type="presParOf" srcId="{2C91AEFC-9E7D-4BA2-BE5C-A51A452CDA83}" destId="{D8315C34-4BBB-4561-B22B-7485042B013C}" srcOrd="2" destOrd="0" presId="urn:microsoft.com/office/officeart/2018/2/layout/IconLabelDescriptionList"/>
    <dgm:cxn modelId="{980E6C0D-EFA4-4D9B-916A-A558C7D158BA}" type="presParOf" srcId="{2C91AEFC-9E7D-4BA2-BE5C-A51A452CDA83}" destId="{C5161EE8-0AA1-4A6A-B243-438107219864}" srcOrd="3" destOrd="0" presId="urn:microsoft.com/office/officeart/2018/2/layout/IconLabelDescriptionList"/>
    <dgm:cxn modelId="{51E83298-FB56-4E52-BF4D-D641AEFC6495}" type="presParOf" srcId="{2C91AEFC-9E7D-4BA2-BE5C-A51A452CDA83}" destId="{DC87BD76-703F-4F08-849E-8287664F7058}" srcOrd="4" destOrd="0" presId="urn:microsoft.com/office/officeart/2018/2/layout/IconLabelDescriptionList"/>
    <dgm:cxn modelId="{A92E933D-825B-4D12-AE37-4692F423FFCF}" type="presParOf" srcId="{51B5C9EC-47C3-414C-AD26-87A40553F4FE}" destId="{64234EA1-4E3B-4ADA-AB07-E82B169600E9}" srcOrd="3" destOrd="0" presId="urn:microsoft.com/office/officeart/2018/2/layout/IconLabelDescriptionList"/>
    <dgm:cxn modelId="{4FD3C251-746D-4B65-9C6A-F63447701804}" type="presParOf" srcId="{51B5C9EC-47C3-414C-AD26-87A40553F4FE}" destId="{862AE43B-C041-4C36-AC36-BC9F972B8D5B}" srcOrd="4" destOrd="0" presId="urn:microsoft.com/office/officeart/2018/2/layout/IconLabelDescriptionList"/>
    <dgm:cxn modelId="{22F77112-4B5F-4FD8-B432-CD0587240930}" type="presParOf" srcId="{862AE43B-C041-4C36-AC36-BC9F972B8D5B}" destId="{845FCD88-AE42-480F-91CA-0D3D70637B9E}" srcOrd="0" destOrd="0" presId="urn:microsoft.com/office/officeart/2018/2/layout/IconLabelDescriptionList"/>
    <dgm:cxn modelId="{B039BA6A-2F4F-4DC9-A684-F0F0AB497D17}" type="presParOf" srcId="{862AE43B-C041-4C36-AC36-BC9F972B8D5B}" destId="{7EBEF888-58BB-4E42-8B54-3D7D439A810C}" srcOrd="1" destOrd="0" presId="urn:microsoft.com/office/officeart/2018/2/layout/IconLabelDescriptionList"/>
    <dgm:cxn modelId="{8C9E1B8D-022F-4337-AE42-C898A45F229A}" type="presParOf" srcId="{862AE43B-C041-4C36-AC36-BC9F972B8D5B}" destId="{A7211533-80F5-42A5-A7E8-8730CB5B4346}" srcOrd="2" destOrd="0" presId="urn:microsoft.com/office/officeart/2018/2/layout/IconLabelDescriptionList"/>
    <dgm:cxn modelId="{3B182490-1576-4769-A956-B3F8E8E10D19}" type="presParOf" srcId="{862AE43B-C041-4C36-AC36-BC9F972B8D5B}" destId="{0DA06464-47F4-401B-82DA-F6BCF6338B1D}" srcOrd="3" destOrd="0" presId="urn:microsoft.com/office/officeart/2018/2/layout/IconLabelDescriptionList"/>
    <dgm:cxn modelId="{FE3FE554-7699-4DD5-970E-0C3388CC0659}" type="presParOf" srcId="{862AE43B-C041-4C36-AC36-BC9F972B8D5B}" destId="{F91D351F-5F5C-41DA-8BF1-19CCA1095607}" srcOrd="4" destOrd="0" presId="urn:microsoft.com/office/officeart/2018/2/layout/IconLabelDescriptionList"/>
    <dgm:cxn modelId="{FD672EB5-A78A-4A38-BAEA-EDEA1FDE6487}" type="presParOf" srcId="{51B5C9EC-47C3-414C-AD26-87A40553F4FE}" destId="{44F8CC7E-D8AC-4915-9574-AAE094704A2B}" srcOrd="5" destOrd="0" presId="urn:microsoft.com/office/officeart/2018/2/layout/IconLabelDescriptionList"/>
    <dgm:cxn modelId="{45E8A9DF-59E5-4797-9F76-C8F6E42A98D3}" type="presParOf" srcId="{51B5C9EC-47C3-414C-AD26-87A40553F4FE}" destId="{DEDA3381-B85C-41C5-8FC9-FC8D60E1C60B}" srcOrd="6" destOrd="0" presId="urn:microsoft.com/office/officeart/2018/2/layout/IconLabelDescriptionList"/>
    <dgm:cxn modelId="{BB012A73-B81F-432E-A059-A7DBA3D7E8C6}" type="presParOf" srcId="{DEDA3381-B85C-41C5-8FC9-FC8D60E1C60B}" destId="{F46BBC78-EE8E-4B5D-B893-65903248A054}" srcOrd="0" destOrd="0" presId="urn:microsoft.com/office/officeart/2018/2/layout/IconLabelDescriptionList"/>
    <dgm:cxn modelId="{8C36BDB5-3C3B-419C-80BF-FC7C1A9586F7}" type="presParOf" srcId="{DEDA3381-B85C-41C5-8FC9-FC8D60E1C60B}" destId="{4E39B1BD-C176-4418-A57E-A4907FA5540D}" srcOrd="1" destOrd="0" presId="urn:microsoft.com/office/officeart/2018/2/layout/IconLabelDescriptionList"/>
    <dgm:cxn modelId="{12A6E3A5-007B-4840-A812-5E98A6AEF8AE}" type="presParOf" srcId="{DEDA3381-B85C-41C5-8FC9-FC8D60E1C60B}" destId="{B764BB70-0E5A-4C40-8181-DE5CB8D95585}" srcOrd="2" destOrd="0" presId="urn:microsoft.com/office/officeart/2018/2/layout/IconLabelDescriptionList"/>
    <dgm:cxn modelId="{7B970847-9922-4A65-B129-D280E11FD0A2}" type="presParOf" srcId="{DEDA3381-B85C-41C5-8FC9-FC8D60E1C60B}" destId="{2E6633FC-205A-4C6A-B282-33A7E5C17902}" srcOrd="3" destOrd="0" presId="urn:microsoft.com/office/officeart/2018/2/layout/IconLabelDescriptionList"/>
    <dgm:cxn modelId="{58E13921-1AAA-4D21-87AC-0BF0BC0F97F5}" type="presParOf" srcId="{DEDA3381-B85C-41C5-8FC9-FC8D60E1C60B}" destId="{752E359E-CC2C-4058-A1FF-46CF5BFF43D4}" srcOrd="4" destOrd="0" presId="urn:microsoft.com/office/officeart/2018/2/layout/IconLabelDescriptionList"/>
    <dgm:cxn modelId="{2CA21BC2-E402-40E4-A8AE-E8787A6917DC}" type="presParOf" srcId="{51B5C9EC-47C3-414C-AD26-87A40553F4FE}" destId="{39D69910-8FF4-4548-86D6-8BCA55B9EA3B}" srcOrd="7" destOrd="0" presId="urn:microsoft.com/office/officeart/2018/2/layout/IconLabelDescriptionList"/>
    <dgm:cxn modelId="{D638A272-96EC-4F13-BE5E-40E5377AF084}" type="presParOf" srcId="{51B5C9EC-47C3-414C-AD26-87A40553F4FE}" destId="{64356506-7A3B-4E2D-A10D-C66089258FDA}" srcOrd="8" destOrd="0" presId="urn:microsoft.com/office/officeart/2018/2/layout/IconLabelDescriptionList"/>
    <dgm:cxn modelId="{E5405A06-2C5A-4BAE-849E-E0F7A8B45299}" type="presParOf" srcId="{64356506-7A3B-4E2D-A10D-C66089258FDA}" destId="{D05B3A74-DE25-44A7-9424-92672BCB8E4E}" srcOrd="0" destOrd="0" presId="urn:microsoft.com/office/officeart/2018/2/layout/IconLabelDescriptionList"/>
    <dgm:cxn modelId="{C850133B-F037-4E23-B947-8F8DF10FE6D3}" type="presParOf" srcId="{64356506-7A3B-4E2D-A10D-C66089258FDA}" destId="{892E2AD5-7B6D-429E-91AC-07B0A28D2571}" srcOrd="1" destOrd="0" presId="urn:microsoft.com/office/officeart/2018/2/layout/IconLabelDescriptionList"/>
    <dgm:cxn modelId="{4A0F49E5-E6F2-442F-96F0-6D93D01F6568}" type="presParOf" srcId="{64356506-7A3B-4E2D-A10D-C66089258FDA}" destId="{2C92B747-A620-40EB-899C-B0CEE7FD21FB}" srcOrd="2" destOrd="0" presId="urn:microsoft.com/office/officeart/2018/2/layout/IconLabelDescriptionList"/>
    <dgm:cxn modelId="{F6C996CD-94B3-435F-89C0-8970F65D5F25}" type="presParOf" srcId="{64356506-7A3B-4E2D-A10D-C66089258FDA}" destId="{0FFEC854-2BDF-4938-8AF2-C6974D40A732}" srcOrd="3" destOrd="0" presId="urn:microsoft.com/office/officeart/2018/2/layout/IconLabelDescriptionList"/>
    <dgm:cxn modelId="{D97531AE-8394-4BFE-B6D2-BE177AA04E0E}" type="presParOf" srcId="{64356506-7A3B-4E2D-A10D-C66089258FDA}" destId="{7E7D9044-F7E6-482B-9F07-507363BC693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F1B864A-EA43-4AA3-93D2-6EF654BEFBEC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89C54E1-2BF9-4ACC-9F3D-63889C1E69A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 i="0"/>
            <a:t>Criteria Definition</a:t>
          </a:r>
          <a:endParaRPr lang="en-US"/>
        </a:p>
      </dgm:t>
    </dgm:pt>
    <dgm:pt modelId="{6D400DE3-AFDF-4212-8F38-99B8973AB841}" type="parTrans" cxnId="{E696D5D4-C0F4-4EBA-84B6-05A702892F70}">
      <dgm:prSet/>
      <dgm:spPr/>
      <dgm:t>
        <a:bodyPr/>
        <a:lstStyle/>
        <a:p>
          <a:endParaRPr lang="en-US"/>
        </a:p>
      </dgm:t>
    </dgm:pt>
    <dgm:pt modelId="{55FCED25-46FC-408A-AB51-FC0E113BA98C}" type="sibTrans" cxnId="{E696D5D4-C0F4-4EBA-84B6-05A702892F70}">
      <dgm:prSet/>
      <dgm:spPr/>
      <dgm:t>
        <a:bodyPr/>
        <a:lstStyle/>
        <a:p>
          <a:endParaRPr lang="en-US"/>
        </a:p>
      </dgm:t>
    </dgm:pt>
    <dgm:pt modelId="{2BBC6041-38A0-45FA-8BE6-5D242CF9B43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Clearly define validation criteria for each data set.</a:t>
          </a:r>
          <a:endParaRPr lang="en-US"/>
        </a:p>
      </dgm:t>
    </dgm:pt>
    <dgm:pt modelId="{837E00DC-9663-4E4D-B4C6-7F1E46A0F0CC}" type="parTrans" cxnId="{BB348C3A-F301-4CE2-9904-1A0681F9A6C1}">
      <dgm:prSet/>
      <dgm:spPr/>
      <dgm:t>
        <a:bodyPr/>
        <a:lstStyle/>
        <a:p>
          <a:endParaRPr lang="en-US"/>
        </a:p>
      </dgm:t>
    </dgm:pt>
    <dgm:pt modelId="{8C62F454-7A24-475C-B604-DA96ED3ACAF0}" type="sibTrans" cxnId="{BB348C3A-F301-4CE2-9904-1A0681F9A6C1}">
      <dgm:prSet/>
      <dgm:spPr/>
      <dgm:t>
        <a:bodyPr/>
        <a:lstStyle/>
        <a:p>
          <a:endParaRPr lang="en-US"/>
        </a:p>
      </dgm:t>
    </dgm:pt>
    <dgm:pt modelId="{E24B51C7-6301-44A5-A5CB-3C76073F0FD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Specify acceptable ranges, formats, and quality standards.</a:t>
          </a:r>
          <a:endParaRPr lang="en-US"/>
        </a:p>
      </dgm:t>
    </dgm:pt>
    <dgm:pt modelId="{AB24CE6B-6953-4038-83B0-5E14A78E3AD9}" type="parTrans" cxnId="{6DCDFD2F-8746-41FE-925F-5087C7D49393}">
      <dgm:prSet/>
      <dgm:spPr/>
      <dgm:t>
        <a:bodyPr/>
        <a:lstStyle/>
        <a:p>
          <a:endParaRPr lang="en-US"/>
        </a:p>
      </dgm:t>
    </dgm:pt>
    <dgm:pt modelId="{BEF19AE5-2AAF-4DDF-B7A9-08B7CA8BAE30}" type="sibTrans" cxnId="{6DCDFD2F-8746-41FE-925F-5087C7D49393}">
      <dgm:prSet/>
      <dgm:spPr/>
      <dgm:t>
        <a:bodyPr/>
        <a:lstStyle/>
        <a:p>
          <a:endParaRPr lang="en-US"/>
        </a:p>
      </dgm:t>
    </dgm:pt>
    <dgm:pt modelId="{E2FC8AFA-0C3A-43CB-BE27-D147D9004AB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Document criteria for both automated and manual validation.</a:t>
          </a:r>
          <a:endParaRPr lang="en-US"/>
        </a:p>
      </dgm:t>
    </dgm:pt>
    <dgm:pt modelId="{D48A7F9C-4A83-4CEB-97B8-CECD9A9F1B18}" type="parTrans" cxnId="{CF0DD9A1-D98E-47E6-BB45-0F5A63E327ED}">
      <dgm:prSet/>
      <dgm:spPr/>
      <dgm:t>
        <a:bodyPr/>
        <a:lstStyle/>
        <a:p>
          <a:endParaRPr lang="en-US"/>
        </a:p>
      </dgm:t>
    </dgm:pt>
    <dgm:pt modelId="{C36668F4-7E76-4B94-A8A0-E128201B9073}" type="sibTrans" cxnId="{CF0DD9A1-D98E-47E6-BB45-0F5A63E327ED}">
      <dgm:prSet/>
      <dgm:spPr/>
      <dgm:t>
        <a:bodyPr/>
        <a:lstStyle/>
        <a:p>
          <a:endParaRPr lang="en-US"/>
        </a:p>
      </dgm:t>
    </dgm:pt>
    <dgm:pt modelId="{71EE7D72-6C77-4BE3-BE01-C8123330A43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 i="0" dirty="0"/>
            <a:t>Implementation Checks</a:t>
          </a:r>
          <a:endParaRPr lang="en-US" dirty="0"/>
        </a:p>
      </dgm:t>
    </dgm:pt>
    <dgm:pt modelId="{91BE5FB0-FD28-469D-86A7-6AD61D7406B6}" type="parTrans" cxnId="{C5C66B00-14B9-4114-B8E2-D300B22BE107}">
      <dgm:prSet/>
      <dgm:spPr/>
      <dgm:t>
        <a:bodyPr/>
        <a:lstStyle/>
        <a:p>
          <a:endParaRPr lang="en-US"/>
        </a:p>
      </dgm:t>
    </dgm:pt>
    <dgm:pt modelId="{D55F1C51-26CD-4E07-AA12-512F50875F68}" type="sibTrans" cxnId="{C5C66B00-14B9-4114-B8E2-D300B22BE107}">
      <dgm:prSet/>
      <dgm:spPr/>
      <dgm:t>
        <a:bodyPr/>
        <a:lstStyle/>
        <a:p>
          <a:endParaRPr lang="en-US"/>
        </a:p>
      </dgm:t>
    </dgm:pt>
    <dgm:pt modelId="{03B46D5D-4AF0-4234-97D1-18F96363D47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Implement automated validation checks at key data entry points.</a:t>
          </a:r>
          <a:endParaRPr lang="en-US"/>
        </a:p>
      </dgm:t>
    </dgm:pt>
    <dgm:pt modelId="{A683F989-7474-442F-8810-C7A42090B50E}" type="parTrans" cxnId="{5E091CEE-C0F7-4AEA-BB9A-458672E22C1B}">
      <dgm:prSet/>
      <dgm:spPr/>
      <dgm:t>
        <a:bodyPr/>
        <a:lstStyle/>
        <a:p>
          <a:endParaRPr lang="en-US"/>
        </a:p>
      </dgm:t>
    </dgm:pt>
    <dgm:pt modelId="{287AC449-DFD8-4B6E-85C4-17EA9183D65A}" type="sibTrans" cxnId="{5E091CEE-C0F7-4AEA-BB9A-458672E22C1B}">
      <dgm:prSet/>
      <dgm:spPr/>
      <dgm:t>
        <a:bodyPr/>
        <a:lstStyle/>
        <a:p>
          <a:endParaRPr lang="en-US"/>
        </a:p>
      </dgm:t>
    </dgm:pt>
    <dgm:pt modelId="{9FE3F76F-62CA-4E03-8B2D-644456DAED0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Conduct manual checks by designated team members.</a:t>
          </a:r>
          <a:endParaRPr lang="en-US"/>
        </a:p>
      </dgm:t>
    </dgm:pt>
    <dgm:pt modelId="{9411FFA2-D830-4106-854B-3F85EE786194}" type="parTrans" cxnId="{E15C5FFB-618D-48D4-8849-E14BFD866D75}">
      <dgm:prSet/>
      <dgm:spPr/>
      <dgm:t>
        <a:bodyPr/>
        <a:lstStyle/>
        <a:p>
          <a:endParaRPr lang="en-US"/>
        </a:p>
      </dgm:t>
    </dgm:pt>
    <dgm:pt modelId="{CA51F683-DD49-4F75-AB49-F99A151CA5FC}" type="sibTrans" cxnId="{E15C5FFB-618D-48D4-8849-E14BFD866D75}">
      <dgm:prSet/>
      <dgm:spPr/>
      <dgm:t>
        <a:bodyPr/>
        <a:lstStyle/>
        <a:p>
          <a:endParaRPr lang="en-US"/>
        </a:p>
      </dgm:t>
    </dgm:pt>
    <dgm:pt modelId="{36DFC3BA-D8FA-4689-9AE7-F07866EAB10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Establish a feedback loop for continuous improvement.</a:t>
          </a:r>
          <a:endParaRPr lang="en-US"/>
        </a:p>
      </dgm:t>
    </dgm:pt>
    <dgm:pt modelId="{996FF9D4-DC3C-4760-BBB4-9EB53DFD599A}" type="parTrans" cxnId="{6E4B2038-3F76-49D1-898D-DFA63D3EE203}">
      <dgm:prSet/>
      <dgm:spPr/>
      <dgm:t>
        <a:bodyPr/>
        <a:lstStyle/>
        <a:p>
          <a:endParaRPr lang="en-US"/>
        </a:p>
      </dgm:t>
    </dgm:pt>
    <dgm:pt modelId="{4B18018C-95A4-4990-98BD-DCF540B5A2DE}" type="sibTrans" cxnId="{6E4B2038-3F76-49D1-898D-DFA63D3EE203}">
      <dgm:prSet/>
      <dgm:spPr/>
      <dgm:t>
        <a:bodyPr/>
        <a:lstStyle/>
        <a:p>
          <a:endParaRPr lang="en-US"/>
        </a:p>
      </dgm:t>
    </dgm:pt>
    <dgm:pt modelId="{8889EF75-B637-4935-AA81-4C6C9BAC2B9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 i="0"/>
            <a:t>Audits Conduct</a:t>
          </a:r>
          <a:endParaRPr lang="en-US"/>
        </a:p>
      </dgm:t>
    </dgm:pt>
    <dgm:pt modelId="{A1242432-E92D-470F-AF4E-EF89247FDE3F}" type="parTrans" cxnId="{26F532F7-6318-415D-AE28-4AFCDC13E217}">
      <dgm:prSet/>
      <dgm:spPr/>
      <dgm:t>
        <a:bodyPr/>
        <a:lstStyle/>
        <a:p>
          <a:endParaRPr lang="en-US"/>
        </a:p>
      </dgm:t>
    </dgm:pt>
    <dgm:pt modelId="{B8FD076C-2BFA-4A0B-9D7B-97B1EA8BDE4E}" type="sibTrans" cxnId="{26F532F7-6318-415D-AE28-4AFCDC13E217}">
      <dgm:prSet/>
      <dgm:spPr/>
      <dgm:t>
        <a:bodyPr/>
        <a:lstStyle/>
        <a:p>
          <a:endParaRPr lang="en-US"/>
        </a:p>
      </dgm:t>
    </dgm:pt>
    <dgm:pt modelId="{C40D4FB7-D00D-4850-826C-B4182E8C7AB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Conduct periodic audits to ensure data validation procedures are effective.</a:t>
          </a:r>
          <a:endParaRPr lang="en-US"/>
        </a:p>
      </dgm:t>
    </dgm:pt>
    <dgm:pt modelId="{F69899FA-4D87-4A68-8F2A-6BD4A25760E1}" type="parTrans" cxnId="{EC968FD7-C025-44D8-96EB-EF53089D3868}">
      <dgm:prSet/>
      <dgm:spPr/>
      <dgm:t>
        <a:bodyPr/>
        <a:lstStyle/>
        <a:p>
          <a:endParaRPr lang="en-US"/>
        </a:p>
      </dgm:t>
    </dgm:pt>
    <dgm:pt modelId="{4D230783-842C-484E-9CCB-11990AAC574D}" type="sibTrans" cxnId="{EC968FD7-C025-44D8-96EB-EF53089D3868}">
      <dgm:prSet/>
      <dgm:spPr/>
      <dgm:t>
        <a:bodyPr/>
        <a:lstStyle/>
        <a:p>
          <a:endParaRPr lang="en-US"/>
        </a:p>
      </dgm:t>
    </dgm:pt>
    <dgm:pt modelId="{C47D8C83-2615-4AF4-AB72-14169983027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Analyze past validation issues to enhance future checks.</a:t>
          </a:r>
          <a:endParaRPr lang="en-US"/>
        </a:p>
      </dgm:t>
    </dgm:pt>
    <dgm:pt modelId="{DD3920C8-B059-4459-91E9-699E68F27CCD}" type="parTrans" cxnId="{7BC9170B-D298-4D8C-8713-B507BE7E59B8}">
      <dgm:prSet/>
      <dgm:spPr/>
      <dgm:t>
        <a:bodyPr/>
        <a:lstStyle/>
        <a:p>
          <a:endParaRPr lang="en-US"/>
        </a:p>
      </dgm:t>
    </dgm:pt>
    <dgm:pt modelId="{5ACE435C-9DAA-4FCC-91BA-110DF3E75C36}" type="sibTrans" cxnId="{7BC9170B-D298-4D8C-8713-B507BE7E59B8}">
      <dgm:prSet/>
      <dgm:spPr/>
      <dgm:t>
        <a:bodyPr/>
        <a:lstStyle/>
        <a:p>
          <a:endParaRPr lang="en-US"/>
        </a:p>
      </dgm:t>
    </dgm:pt>
    <dgm:pt modelId="{7311AA64-61B9-403B-B96F-8F4B0FB3B58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Document and communicate lessons learned from audits.</a:t>
          </a:r>
          <a:endParaRPr lang="en-US"/>
        </a:p>
      </dgm:t>
    </dgm:pt>
    <dgm:pt modelId="{68D7E0A2-D437-485F-8227-51C7C3911F6B}" type="parTrans" cxnId="{1D7B1877-FB3D-4E8E-9096-3CC32E51D898}">
      <dgm:prSet/>
      <dgm:spPr/>
      <dgm:t>
        <a:bodyPr/>
        <a:lstStyle/>
        <a:p>
          <a:endParaRPr lang="en-US"/>
        </a:p>
      </dgm:t>
    </dgm:pt>
    <dgm:pt modelId="{91A85571-1681-4DCA-B5F4-55FF91EDC938}" type="sibTrans" cxnId="{1D7B1877-FB3D-4E8E-9096-3CC32E51D898}">
      <dgm:prSet/>
      <dgm:spPr/>
      <dgm:t>
        <a:bodyPr/>
        <a:lstStyle/>
        <a:p>
          <a:endParaRPr lang="en-US"/>
        </a:p>
      </dgm:t>
    </dgm:pt>
    <dgm:pt modelId="{A9F6A5AE-0216-4C0A-A46E-8861ACC73DC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 i="0"/>
            <a:t>Collaboration with Experts</a:t>
          </a:r>
          <a:endParaRPr lang="en-US"/>
        </a:p>
      </dgm:t>
    </dgm:pt>
    <dgm:pt modelId="{990B610A-681B-418A-A4B2-E92100E6F8B9}" type="parTrans" cxnId="{256C8901-F882-4A7C-91C5-54DABE090625}">
      <dgm:prSet/>
      <dgm:spPr/>
      <dgm:t>
        <a:bodyPr/>
        <a:lstStyle/>
        <a:p>
          <a:endParaRPr lang="en-US"/>
        </a:p>
      </dgm:t>
    </dgm:pt>
    <dgm:pt modelId="{E8DFB7D4-B111-46C9-BD4E-7E951AE437F1}" type="sibTrans" cxnId="{256C8901-F882-4A7C-91C5-54DABE090625}">
      <dgm:prSet/>
      <dgm:spPr/>
      <dgm:t>
        <a:bodyPr/>
        <a:lstStyle/>
        <a:p>
          <a:endParaRPr lang="en-US"/>
        </a:p>
      </dgm:t>
    </dgm:pt>
    <dgm:pt modelId="{334AA99C-6FED-4624-88D6-5F2000938CA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Collaborate with domain experts to refine validation criteria.</a:t>
          </a:r>
          <a:endParaRPr lang="en-US"/>
        </a:p>
      </dgm:t>
    </dgm:pt>
    <dgm:pt modelId="{ACB58DB8-2A53-46F6-8FEA-41D29A3983CD}" type="parTrans" cxnId="{C2913604-F4BB-4564-8BFE-197C2A039BB4}">
      <dgm:prSet/>
      <dgm:spPr/>
      <dgm:t>
        <a:bodyPr/>
        <a:lstStyle/>
        <a:p>
          <a:endParaRPr lang="en-US"/>
        </a:p>
      </dgm:t>
    </dgm:pt>
    <dgm:pt modelId="{39AB8236-F23B-4C32-98EE-2403B4324DF2}" type="sibTrans" cxnId="{C2913604-F4BB-4564-8BFE-197C2A039BB4}">
      <dgm:prSet/>
      <dgm:spPr/>
      <dgm:t>
        <a:bodyPr/>
        <a:lstStyle/>
        <a:p>
          <a:endParaRPr lang="en-US"/>
        </a:p>
      </dgm:t>
    </dgm:pt>
    <dgm:pt modelId="{C6CAF84A-65A7-403B-B258-86B862C7594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Seek external input for specialized data sets.</a:t>
          </a:r>
          <a:endParaRPr lang="en-US"/>
        </a:p>
      </dgm:t>
    </dgm:pt>
    <dgm:pt modelId="{0D279D62-A9EC-48B2-AFE2-BA7D8FAE4391}" type="parTrans" cxnId="{2A6BD700-A158-40A8-AD5C-409F82BEA1FF}">
      <dgm:prSet/>
      <dgm:spPr/>
      <dgm:t>
        <a:bodyPr/>
        <a:lstStyle/>
        <a:p>
          <a:endParaRPr lang="en-US"/>
        </a:p>
      </dgm:t>
    </dgm:pt>
    <dgm:pt modelId="{A9EDC295-2CB7-4409-9937-FAC4C8FF3557}" type="sibTrans" cxnId="{2A6BD700-A158-40A8-AD5C-409F82BEA1FF}">
      <dgm:prSet/>
      <dgm:spPr/>
      <dgm:t>
        <a:bodyPr/>
        <a:lstStyle/>
        <a:p>
          <a:endParaRPr lang="en-US"/>
        </a:p>
      </dgm:t>
    </dgm:pt>
    <dgm:pt modelId="{10AF3599-7245-4AB2-B782-E2B179B5CEE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Establish a feedback loop between experts and the validation team.</a:t>
          </a:r>
          <a:endParaRPr lang="en-US"/>
        </a:p>
      </dgm:t>
    </dgm:pt>
    <dgm:pt modelId="{9443AB81-63A8-4766-AB9E-4E1CC00A11F4}" type="parTrans" cxnId="{E21D993C-E1B2-4375-9F5A-D253C535CB21}">
      <dgm:prSet/>
      <dgm:spPr/>
      <dgm:t>
        <a:bodyPr/>
        <a:lstStyle/>
        <a:p>
          <a:endParaRPr lang="en-US"/>
        </a:p>
      </dgm:t>
    </dgm:pt>
    <dgm:pt modelId="{1D30EC1B-E1BB-4C8D-9336-7469957D60A6}" type="sibTrans" cxnId="{E21D993C-E1B2-4375-9F5A-D253C535CB21}">
      <dgm:prSet/>
      <dgm:spPr/>
      <dgm:t>
        <a:bodyPr/>
        <a:lstStyle/>
        <a:p>
          <a:endParaRPr lang="en-US"/>
        </a:p>
      </dgm:t>
    </dgm:pt>
    <dgm:pt modelId="{6DC61670-3F36-453D-B3CC-3ED7DEBB483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 i="0" dirty="0"/>
            <a:t>Documentation Flowchart</a:t>
          </a:r>
          <a:endParaRPr lang="en-US" dirty="0"/>
        </a:p>
      </dgm:t>
    </dgm:pt>
    <dgm:pt modelId="{B5462F69-9CBD-4C79-BEEF-1A49DF178E9E}" type="parTrans" cxnId="{E0AAD3BD-E911-42A9-BDC6-F34E151EB36C}">
      <dgm:prSet/>
      <dgm:spPr/>
      <dgm:t>
        <a:bodyPr/>
        <a:lstStyle/>
        <a:p>
          <a:endParaRPr lang="en-US"/>
        </a:p>
      </dgm:t>
    </dgm:pt>
    <dgm:pt modelId="{B7C2239E-75AD-4F41-BBCC-4977E83145EC}" type="sibTrans" cxnId="{E0AAD3BD-E911-42A9-BDC6-F34E151EB36C}">
      <dgm:prSet/>
      <dgm:spPr/>
      <dgm:t>
        <a:bodyPr/>
        <a:lstStyle/>
        <a:p>
          <a:endParaRPr lang="en-US"/>
        </a:p>
      </dgm:t>
    </dgm:pt>
    <dgm:pt modelId="{6F6E4E0C-7FE0-4536-9698-588264AA3C3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Create a detailed flowchart illustrating the data validation process.</a:t>
          </a:r>
          <a:endParaRPr lang="en-US"/>
        </a:p>
      </dgm:t>
    </dgm:pt>
    <dgm:pt modelId="{3B93A325-9EEF-4CCA-8CE3-6899228DD629}" type="parTrans" cxnId="{6014F11A-E467-4034-92D2-98F1D3FCFED8}">
      <dgm:prSet/>
      <dgm:spPr/>
      <dgm:t>
        <a:bodyPr/>
        <a:lstStyle/>
        <a:p>
          <a:endParaRPr lang="en-US"/>
        </a:p>
      </dgm:t>
    </dgm:pt>
    <dgm:pt modelId="{9827FB97-1952-4007-95E7-95C704D2CE9A}" type="sibTrans" cxnId="{6014F11A-E467-4034-92D2-98F1D3FCFED8}">
      <dgm:prSet/>
      <dgm:spPr/>
      <dgm:t>
        <a:bodyPr/>
        <a:lstStyle/>
        <a:p>
          <a:endParaRPr lang="en-US"/>
        </a:p>
      </dgm:t>
    </dgm:pt>
    <dgm:pt modelId="{DE8D119C-FDA3-4132-A544-5E033D80D12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Share the flowchart with team members to enhance understanding.</a:t>
          </a:r>
          <a:endParaRPr lang="en-US"/>
        </a:p>
      </dgm:t>
    </dgm:pt>
    <dgm:pt modelId="{31BDF9F7-5C94-4F36-B7CD-85A9FDDB4ED3}" type="parTrans" cxnId="{B7693110-4DC1-4BBB-BFEC-C9669CDAD5EA}">
      <dgm:prSet/>
      <dgm:spPr/>
      <dgm:t>
        <a:bodyPr/>
        <a:lstStyle/>
        <a:p>
          <a:endParaRPr lang="en-US"/>
        </a:p>
      </dgm:t>
    </dgm:pt>
    <dgm:pt modelId="{B6E39878-02DD-4905-9784-2D333C06F23B}" type="sibTrans" cxnId="{B7693110-4DC1-4BBB-BFEC-C9669CDAD5EA}">
      <dgm:prSet/>
      <dgm:spPr/>
      <dgm:t>
        <a:bodyPr/>
        <a:lstStyle/>
        <a:p>
          <a:endParaRPr lang="en-US"/>
        </a:p>
      </dgm:t>
    </dgm:pt>
    <dgm:pt modelId="{12E3C597-549B-4E9B-883A-1BD4275F694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Update the flowchart as processes evolve.</a:t>
          </a:r>
          <a:endParaRPr lang="en-US"/>
        </a:p>
      </dgm:t>
    </dgm:pt>
    <dgm:pt modelId="{D0AEA07C-E4F8-409C-B0EB-FFCC5F846546}" type="parTrans" cxnId="{20379287-6230-4C17-981F-BD05D8205271}">
      <dgm:prSet/>
      <dgm:spPr/>
      <dgm:t>
        <a:bodyPr/>
        <a:lstStyle/>
        <a:p>
          <a:endParaRPr lang="en-US"/>
        </a:p>
      </dgm:t>
    </dgm:pt>
    <dgm:pt modelId="{7BB3DE83-1295-4D03-8198-A2884DA693AB}" type="sibTrans" cxnId="{20379287-6230-4C17-981F-BD05D8205271}">
      <dgm:prSet/>
      <dgm:spPr/>
      <dgm:t>
        <a:bodyPr/>
        <a:lstStyle/>
        <a:p>
          <a:endParaRPr lang="en-US"/>
        </a:p>
      </dgm:t>
    </dgm:pt>
    <dgm:pt modelId="{3F0646A1-A63E-43D9-95DA-06928901539F}" type="pres">
      <dgm:prSet presAssocID="{8F1B864A-EA43-4AA3-93D2-6EF654BEFBEC}" presName="root" presStyleCnt="0">
        <dgm:presLayoutVars>
          <dgm:dir/>
          <dgm:resizeHandles val="exact"/>
        </dgm:presLayoutVars>
      </dgm:prSet>
      <dgm:spPr/>
    </dgm:pt>
    <dgm:pt modelId="{2E5CD3C2-9FCA-4073-A83D-926D6F3554AE}" type="pres">
      <dgm:prSet presAssocID="{E89C54E1-2BF9-4ACC-9F3D-63889C1E69AE}" presName="compNode" presStyleCnt="0"/>
      <dgm:spPr/>
    </dgm:pt>
    <dgm:pt modelId="{1AA65557-4038-428D-9549-BCDA51E1D768}" type="pres">
      <dgm:prSet presAssocID="{E89C54E1-2BF9-4ACC-9F3D-63889C1E69A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E997FD36-19F1-4796-AF9C-C9E6063D6BBE}" type="pres">
      <dgm:prSet presAssocID="{E89C54E1-2BF9-4ACC-9F3D-63889C1E69AE}" presName="iconSpace" presStyleCnt="0"/>
      <dgm:spPr/>
    </dgm:pt>
    <dgm:pt modelId="{E671BCD7-50B9-48EA-B28B-F3614C663516}" type="pres">
      <dgm:prSet presAssocID="{E89C54E1-2BF9-4ACC-9F3D-63889C1E69AE}" presName="parTx" presStyleLbl="revTx" presStyleIdx="0" presStyleCnt="10">
        <dgm:presLayoutVars>
          <dgm:chMax val="0"/>
          <dgm:chPref val="0"/>
        </dgm:presLayoutVars>
      </dgm:prSet>
      <dgm:spPr/>
    </dgm:pt>
    <dgm:pt modelId="{E4B64EDD-7D1F-49E9-9A7B-3DA95146B913}" type="pres">
      <dgm:prSet presAssocID="{E89C54E1-2BF9-4ACC-9F3D-63889C1E69AE}" presName="txSpace" presStyleCnt="0"/>
      <dgm:spPr/>
    </dgm:pt>
    <dgm:pt modelId="{09314801-4516-4531-8324-8A2056D72EA5}" type="pres">
      <dgm:prSet presAssocID="{E89C54E1-2BF9-4ACC-9F3D-63889C1E69AE}" presName="desTx" presStyleLbl="revTx" presStyleIdx="1" presStyleCnt="10">
        <dgm:presLayoutVars/>
      </dgm:prSet>
      <dgm:spPr/>
    </dgm:pt>
    <dgm:pt modelId="{7F935520-6B38-444C-8F42-071AC043A625}" type="pres">
      <dgm:prSet presAssocID="{55FCED25-46FC-408A-AB51-FC0E113BA98C}" presName="sibTrans" presStyleCnt="0"/>
      <dgm:spPr/>
    </dgm:pt>
    <dgm:pt modelId="{DEF0F909-7C8F-4C10-AF86-9F78FBA4EDC7}" type="pres">
      <dgm:prSet presAssocID="{71EE7D72-6C77-4BE3-BE01-C8123330A43F}" presName="compNode" presStyleCnt="0"/>
      <dgm:spPr/>
    </dgm:pt>
    <dgm:pt modelId="{CD9E3180-FE0C-4BF8-8CB9-F6F24536B0F1}" type="pres">
      <dgm:prSet presAssocID="{71EE7D72-6C77-4BE3-BE01-C8123330A43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BC0CD2B9-2108-49B8-B120-ED636152ABD3}" type="pres">
      <dgm:prSet presAssocID="{71EE7D72-6C77-4BE3-BE01-C8123330A43F}" presName="iconSpace" presStyleCnt="0"/>
      <dgm:spPr/>
    </dgm:pt>
    <dgm:pt modelId="{5FE40C53-708E-4230-9AD7-5427FF6EC492}" type="pres">
      <dgm:prSet presAssocID="{71EE7D72-6C77-4BE3-BE01-C8123330A43F}" presName="parTx" presStyleLbl="revTx" presStyleIdx="2" presStyleCnt="10">
        <dgm:presLayoutVars>
          <dgm:chMax val="0"/>
          <dgm:chPref val="0"/>
        </dgm:presLayoutVars>
      </dgm:prSet>
      <dgm:spPr/>
    </dgm:pt>
    <dgm:pt modelId="{5AB190F8-B41B-48EC-B3F6-12653E0058ED}" type="pres">
      <dgm:prSet presAssocID="{71EE7D72-6C77-4BE3-BE01-C8123330A43F}" presName="txSpace" presStyleCnt="0"/>
      <dgm:spPr/>
    </dgm:pt>
    <dgm:pt modelId="{7108BA35-C567-4382-B0D7-5491BE5C6511}" type="pres">
      <dgm:prSet presAssocID="{71EE7D72-6C77-4BE3-BE01-C8123330A43F}" presName="desTx" presStyleLbl="revTx" presStyleIdx="3" presStyleCnt="10">
        <dgm:presLayoutVars/>
      </dgm:prSet>
      <dgm:spPr/>
    </dgm:pt>
    <dgm:pt modelId="{015D3C37-E8B1-4EAE-A859-765FFB79AEC2}" type="pres">
      <dgm:prSet presAssocID="{D55F1C51-26CD-4E07-AA12-512F50875F68}" presName="sibTrans" presStyleCnt="0"/>
      <dgm:spPr/>
    </dgm:pt>
    <dgm:pt modelId="{CD03C6DA-8D39-4DE8-AF8B-8BFD74FD0B8C}" type="pres">
      <dgm:prSet presAssocID="{8889EF75-B637-4935-AA81-4C6C9BAC2B99}" presName="compNode" presStyleCnt="0"/>
      <dgm:spPr/>
    </dgm:pt>
    <dgm:pt modelId="{241E6921-8DD3-4EC0-8AA8-BDB6FB3B60CD}" type="pres">
      <dgm:prSet presAssocID="{8889EF75-B637-4935-AA81-4C6C9BAC2B9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6BA0D19-D886-4B58-B046-5AF298968C72}" type="pres">
      <dgm:prSet presAssocID="{8889EF75-B637-4935-AA81-4C6C9BAC2B99}" presName="iconSpace" presStyleCnt="0"/>
      <dgm:spPr/>
    </dgm:pt>
    <dgm:pt modelId="{1D0513CB-78CD-47FE-B6C5-CE980F338D7C}" type="pres">
      <dgm:prSet presAssocID="{8889EF75-B637-4935-AA81-4C6C9BAC2B99}" presName="parTx" presStyleLbl="revTx" presStyleIdx="4" presStyleCnt="10">
        <dgm:presLayoutVars>
          <dgm:chMax val="0"/>
          <dgm:chPref val="0"/>
        </dgm:presLayoutVars>
      </dgm:prSet>
      <dgm:spPr/>
    </dgm:pt>
    <dgm:pt modelId="{05865B3E-398E-4DCA-A1EA-4C98EBC61E69}" type="pres">
      <dgm:prSet presAssocID="{8889EF75-B637-4935-AA81-4C6C9BAC2B99}" presName="txSpace" presStyleCnt="0"/>
      <dgm:spPr/>
    </dgm:pt>
    <dgm:pt modelId="{B292C896-465F-4242-94D4-8C4E6BCC3DA4}" type="pres">
      <dgm:prSet presAssocID="{8889EF75-B637-4935-AA81-4C6C9BAC2B99}" presName="desTx" presStyleLbl="revTx" presStyleIdx="5" presStyleCnt="10">
        <dgm:presLayoutVars/>
      </dgm:prSet>
      <dgm:spPr/>
    </dgm:pt>
    <dgm:pt modelId="{302039CD-2044-4D04-860A-AE328614107C}" type="pres">
      <dgm:prSet presAssocID="{B8FD076C-2BFA-4A0B-9D7B-97B1EA8BDE4E}" presName="sibTrans" presStyleCnt="0"/>
      <dgm:spPr/>
    </dgm:pt>
    <dgm:pt modelId="{75886DF0-47C2-438B-95CE-373F5DF2D325}" type="pres">
      <dgm:prSet presAssocID="{A9F6A5AE-0216-4C0A-A46E-8861ACC73DC7}" presName="compNode" presStyleCnt="0"/>
      <dgm:spPr/>
    </dgm:pt>
    <dgm:pt modelId="{3C9F7FD4-E3FB-462F-AC83-A00A1779C01B}" type="pres">
      <dgm:prSet presAssocID="{A9F6A5AE-0216-4C0A-A46E-8861ACC73DC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C3279BCD-3A72-428F-98E9-5449C25275AA}" type="pres">
      <dgm:prSet presAssocID="{A9F6A5AE-0216-4C0A-A46E-8861ACC73DC7}" presName="iconSpace" presStyleCnt="0"/>
      <dgm:spPr/>
    </dgm:pt>
    <dgm:pt modelId="{5E798FEA-2886-4EC4-B044-5F43EDBCBA65}" type="pres">
      <dgm:prSet presAssocID="{A9F6A5AE-0216-4C0A-A46E-8861ACC73DC7}" presName="parTx" presStyleLbl="revTx" presStyleIdx="6" presStyleCnt="10">
        <dgm:presLayoutVars>
          <dgm:chMax val="0"/>
          <dgm:chPref val="0"/>
        </dgm:presLayoutVars>
      </dgm:prSet>
      <dgm:spPr/>
    </dgm:pt>
    <dgm:pt modelId="{86B44E49-A051-4D9C-8582-2CB9FE9BF316}" type="pres">
      <dgm:prSet presAssocID="{A9F6A5AE-0216-4C0A-A46E-8861ACC73DC7}" presName="txSpace" presStyleCnt="0"/>
      <dgm:spPr/>
    </dgm:pt>
    <dgm:pt modelId="{54FF7EDD-8E47-48A3-A5C5-8E6032CF1E9F}" type="pres">
      <dgm:prSet presAssocID="{A9F6A5AE-0216-4C0A-A46E-8861ACC73DC7}" presName="desTx" presStyleLbl="revTx" presStyleIdx="7" presStyleCnt="10">
        <dgm:presLayoutVars/>
      </dgm:prSet>
      <dgm:spPr/>
    </dgm:pt>
    <dgm:pt modelId="{A40B39D4-ABFB-48B4-9266-87DCC4F3949D}" type="pres">
      <dgm:prSet presAssocID="{E8DFB7D4-B111-46C9-BD4E-7E951AE437F1}" presName="sibTrans" presStyleCnt="0"/>
      <dgm:spPr/>
    </dgm:pt>
    <dgm:pt modelId="{5B260519-16B2-408A-8B86-D0EC54F0FA77}" type="pres">
      <dgm:prSet presAssocID="{6DC61670-3F36-453D-B3CC-3ED7DEBB4837}" presName="compNode" presStyleCnt="0"/>
      <dgm:spPr/>
    </dgm:pt>
    <dgm:pt modelId="{25706F7B-C5F6-4E9A-87C5-76EF70223068}" type="pres">
      <dgm:prSet presAssocID="{6DC61670-3F36-453D-B3CC-3ED7DEBB483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031DF974-8EE4-44A2-897D-B5DC8208C7A8}" type="pres">
      <dgm:prSet presAssocID="{6DC61670-3F36-453D-B3CC-3ED7DEBB4837}" presName="iconSpace" presStyleCnt="0"/>
      <dgm:spPr/>
    </dgm:pt>
    <dgm:pt modelId="{782048EE-646A-47DB-B2F6-9354DED2991C}" type="pres">
      <dgm:prSet presAssocID="{6DC61670-3F36-453D-B3CC-3ED7DEBB4837}" presName="parTx" presStyleLbl="revTx" presStyleIdx="8" presStyleCnt="10">
        <dgm:presLayoutVars>
          <dgm:chMax val="0"/>
          <dgm:chPref val="0"/>
        </dgm:presLayoutVars>
      </dgm:prSet>
      <dgm:spPr/>
    </dgm:pt>
    <dgm:pt modelId="{6BA8C754-0E83-4798-8E9B-6CE001222A64}" type="pres">
      <dgm:prSet presAssocID="{6DC61670-3F36-453D-B3CC-3ED7DEBB4837}" presName="txSpace" presStyleCnt="0"/>
      <dgm:spPr/>
    </dgm:pt>
    <dgm:pt modelId="{D7045556-BC2B-4717-B3F0-92F48AC76D40}" type="pres">
      <dgm:prSet presAssocID="{6DC61670-3F36-453D-B3CC-3ED7DEBB4837}" presName="desTx" presStyleLbl="revTx" presStyleIdx="9" presStyleCnt="10">
        <dgm:presLayoutVars/>
      </dgm:prSet>
      <dgm:spPr/>
    </dgm:pt>
  </dgm:ptLst>
  <dgm:cxnLst>
    <dgm:cxn modelId="{9EF62500-543B-474D-9194-37EEFB992FF8}" type="presOf" srcId="{A9F6A5AE-0216-4C0A-A46E-8861ACC73DC7}" destId="{5E798FEA-2886-4EC4-B044-5F43EDBCBA65}" srcOrd="0" destOrd="0" presId="urn:microsoft.com/office/officeart/2018/2/layout/IconLabelDescriptionList"/>
    <dgm:cxn modelId="{C5C66B00-14B9-4114-B8E2-D300B22BE107}" srcId="{8F1B864A-EA43-4AA3-93D2-6EF654BEFBEC}" destId="{71EE7D72-6C77-4BE3-BE01-C8123330A43F}" srcOrd="1" destOrd="0" parTransId="{91BE5FB0-FD28-469D-86A7-6AD61D7406B6}" sibTransId="{D55F1C51-26CD-4E07-AA12-512F50875F68}"/>
    <dgm:cxn modelId="{2A6BD700-A158-40A8-AD5C-409F82BEA1FF}" srcId="{A9F6A5AE-0216-4C0A-A46E-8861ACC73DC7}" destId="{C6CAF84A-65A7-403B-B258-86B862C75941}" srcOrd="1" destOrd="0" parTransId="{0D279D62-A9EC-48B2-AFE2-BA7D8FAE4391}" sibTransId="{A9EDC295-2CB7-4409-9937-FAC4C8FF3557}"/>
    <dgm:cxn modelId="{256C8901-F882-4A7C-91C5-54DABE090625}" srcId="{8F1B864A-EA43-4AA3-93D2-6EF654BEFBEC}" destId="{A9F6A5AE-0216-4C0A-A46E-8861ACC73DC7}" srcOrd="3" destOrd="0" parTransId="{990B610A-681B-418A-A4B2-E92100E6F8B9}" sibTransId="{E8DFB7D4-B111-46C9-BD4E-7E951AE437F1}"/>
    <dgm:cxn modelId="{47B59D02-5752-413B-B10C-BCAE79550434}" type="presOf" srcId="{C47D8C83-2615-4AF4-AB72-141699830275}" destId="{B292C896-465F-4242-94D4-8C4E6BCC3DA4}" srcOrd="0" destOrd="1" presId="urn:microsoft.com/office/officeart/2018/2/layout/IconLabelDescriptionList"/>
    <dgm:cxn modelId="{C2913604-F4BB-4564-8BFE-197C2A039BB4}" srcId="{A9F6A5AE-0216-4C0A-A46E-8861ACC73DC7}" destId="{334AA99C-6FED-4624-88D6-5F2000938CA2}" srcOrd="0" destOrd="0" parTransId="{ACB58DB8-2A53-46F6-8FEA-41D29A3983CD}" sibTransId="{39AB8236-F23B-4C32-98EE-2403B4324DF2}"/>
    <dgm:cxn modelId="{E5938805-452C-4A56-9109-EF0B1A60FF77}" type="presOf" srcId="{7311AA64-61B9-403B-B96F-8F4B0FB3B585}" destId="{B292C896-465F-4242-94D4-8C4E6BCC3DA4}" srcOrd="0" destOrd="2" presId="urn:microsoft.com/office/officeart/2018/2/layout/IconLabelDescriptionList"/>
    <dgm:cxn modelId="{4F711206-D47F-40C7-8442-16C5C5A626FA}" type="presOf" srcId="{03B46D5D-4AF0-4234-97D1-18F96363D47D}" destId="{7108BA35-C567-4382-B0D7-5491BE5C6511}" srcOrd="0" destOrd="0" presId="urn:microsoft.com/office/officeart/2018/2/layout/IconLabelDescriptionList"/>
    <dgm:cxn modelId="{7BC9170B-D298-4D8C-8713-B507BE7E59B8}" srcId="{8889EF75-B637-4935-AA81-4C6C9BAC2B99}" destId="{C47D8C83-2615-4AF4-AB72-141699830275}" srcOrd="1" destOrd="0" parTransId="{DD3920C8-B059-4459-91E9-699E68F27CCD}" sibTransId="{5ACE435C-9DAA-4FCC-91BA-110DF3E75C36}"/>
    <dgm:cxn modelId="{B7693110-4DC1-4BBB-BFEC-C9669CDAD5EA}" srcId="{6DC61670-3F36-453D-B3CC-3ED7DEBB4837}" destId="{DE8D119C-FDA3-4132-A544-5E033D80D120}" srcOrd="1" destOrd="0" parTransId="{31BDF9F7-5C94-4F36-B7CD-85A9FDDB4ED3}" sibTransId="{B6E39878-02DD-4905-9784-2D333C06F23B}"/>
    <dgm:cxn modelId="{6014F11A-E467-4034-92D2-98F1D3FCFED8}" srcId="{6DC61670-3F36-453D-B3CC-3ED7DEBB4837}" destId="{6F6E4E0C-7FE0-4536-9698-588264AA3C31}" srcOrd="0" destOrd="0" parTransId="{3B93A325-9EEF-4CCA-8CE3-6899228DD629}" sibTransId="{9827FB97-1952-4007-95E7-95C704D2CE9A}"/>
    <dgm:cxn modelId="{E7861926-C2B1-4B6F-AA3F-C56E27839168}" type="presOf" srcId="{C6CAF84A-65A7-403B-B258-86B862C75941}" destId="{54FF7EDD-8E47-48A3-A5C5-8E6032CF1E9F}" srcOrd="0" destOrd="1" presId="urn:microsoft.com/office/officeart/2018/2/layout/IconLabelDescriptionList"/>
    <dgm:cxn modelId="{C268EB2B-F1D7-48BD-896C-560379D2F20C}" type="presOf" srcId="{2BBC6041-38A0-45FA-8BE6-5D242CF9B43B}" destId="{09314801-4516-4531-8324-8A2056D72EA5}" srcOrd="0" destOrd="0" presId="urn:microsoft.com/office/officeart/2018/2/layout/IconLabelDescriptionList"/>
    <dgm:cxn modelId="{6DCDFD2F-8746-41FE-925F-5087C7D49393}" srcId="{E89C54E1-2BF9-4ACC-9F3D-63889C1E69AE}" destId="{E24B51C7-6301-44A5-A5CB-3C76073F0FDE}" srcOrd="1" destOrd="0" parTransId="{AB24CE6B-6953-4038-83B0-5E14A78E3AD9}" sibTransId="{BEF19AE5-2AAF-4DDF-B7A9-08B7CA8BAE30}"/>
    <dgm:cxn modelId="{6E4B2038-3F76-49D1-898D-DFA63D3EE203}" srcId="{71EE7D72-6C77-4BE3-BE01-C8123330A43F}" destId="{36DFC3BA-D8FA-4689-9AE7-F07866EAB103}" srcOrd="2" destOrd="0" parTransId="{996FF9D4-DC3C-4760-BBB4-9EB53DFD599A}" sibTransId="{4B18018C-95A4-4990-98BD-DCF540B5A2DE}"/>
    <dgm:cxn modelId="{BB348C3A-F301-4CE2-9904-1A0681F9A6C1}" srcId="{E89C54E1-2BF9-4ACC-9F3D-63889C1E69AE}" destId="{2BBC6041-38A0-45FA-8BE6-5D242CF9B43B}" srcOrd="0" destOrd="0" parTransId="{837E00DC-9663-4E4D-B4C6-7F1E46A0F0CC}" sibTransId="{8C62F454-7A24-475C-B604-DA96ED3ACAF0}"/>
    <dgm:cxn modelId="{E21D993C-E1B2-4375-9F5A-D253C535CB21}" srcId="{A9F6A5AE-0216-4C0A-A46E-8861ACC73DC7}" destId="{10AF3599-7245-4AB2-B782-E2B179B5CEE3}" srcOrd="2" destOrd="0" parTransId="{9443AB81-63A8-4766-AB9E-4E1CC00A11F4}" sibTransId="{1D30EC1B-E1BB-4C8D-9336-7469957D60A6}"/>
    <dgm:cxn modelId="{9372743F-DA26-44EC-9B84-F95A0BD32DE6}" type="presOf" srcId="{DE8D119C-FDA3-4132-A544-5E033D80D120}" destId="{D7045556-BC2B-4717-B3F0-92F48AC76D40}" srcOrd="0" destOrd="1" presId="urn:microsoft.com/office/officeart/2018/2/layout/IconLabelDescriptionList"/>
    <dgm:cxn modelId="{03967C44-85EF-4439-B401-97DBE826031C}" type="presOf" srcId="{36DFC3BA-D8FA-4689-9AE7-F07866EAB103}" destId="{7108BA35-C567-4382-B0D7-5491BE5C6511}" srcOrd="0" destOrd="2" presId="urn:microsoft.com/office/officeart/2018/2/layout/IconLabelDescriptionList"/>
    <dgm:cxn modelId="{25AB964A-5EC5-471C-B78E-4112F922D05D}" type="presOf" srcId="{C40D4FB7-D00D-4850-826C-B4182E8C7ABC}" destId="{B292C896-465F-4242-94D4-8C4E6BCC3DA4}" srcOrd="0" destOrd="0" presId="urn:microsoft.com/office/officeart/2018/2/layout/IconLabelDescriptionList"/>
    <dgm:cxn modelId="{23C9B74F-4C10-4C77-ABA9-F56629607EA5}" type="presOf" srcId="{8889EF75-B637-4935-AA81-4C6C9BAC2B99}" destId="{1D0513CB-78CD-47FE-B6C5-CE980F338D7C}" srcOrd="0" destOrd="0" presId="urn:microsoft.com/office/officeart/2018/2/layout/IconLabelDescriptionList"/>
    <dgm:cxn modelId="{4D702B50-B699-4F45-A616-FF7C7336E60E}" type="presOf" srcId="{71EE7D72-6C77-4BE3-BE01-C8123330A43F}" destId="{5FE40C53-708E-4230-9AD7-5427FF6EC492}" srcOrd="0" destOrd="0" presId="urn:microsoft.com/office/officeart/2018/2/layout/IconLabelDescriptionList"/>
    <dgm:cxn modelId="{0D523C5C-4371-4B84-B786-07463BBC72B4}" type="presOf" srcId="{E24B51C7-6301-44A5-A5CB-3C76073F0FDE}" destId="{09314801-4516-4531-8324-8A2056D72EA5}" srcOrd="0" destOrd="1" presId="urn:microsoft.com/office/officeart/2018/2/layout/IconLabelDescriptionList"/>
    <dgm:cxn modelId="{30703160-81C2-49CE-8A30-A3C0AFCA010A}" type="presOf" srcId="{10AF3599-7245-4AB2-B782-E2B179B5CEE3}" destId="{54FF7EDD-8E47-48A3-A5C5-8E6032CF1E9F}" srcOrd="0" destOrd="2" presId="urn:microsoft.com/office/officeart/2018/2/layout/IconLabelDescriptionList"/>
    <dgm:cxn modelId="{C358656B-328B-4B20-8262-596744072D46}" type="presOf" srcId="{8F1B864A-EA43-4AA3-93D2-6EF654BEFBEC}" destId="{3F0646A1-A63E-43D9-95DA-06928901539F}" srcOrd="0" destOrd="0" presId="urn:microsoft.com/office/officeart/2018/2/layout/IconLabelDescriptionList"/>
    <dgm:cxn modelId="{C0427674-EE9F-4080-ADF6-6613234F6C94}" type="presOf" srcId="{6F6E4E0C-7FE0-4536-9698-588264AA3C31}" destId="{D7045556-BC2B-4717-B3F0-92F48AC76D40}" srcOrd="0" destOrd="0" presId="urn:microsoft.com/office/officeart/2018/2/layout/IconLabelDescriptionList"/>
    <dgm:cxn modelId="{1D7B1877-FB3D-4E8E-9096-3CC32E51D898}" srcId="{8889EF75-B637-4935-AA81-4C6C9BAC2B99}" destId="{7311AA64-61B9-403B-B96F-8F4B0FB3B585}" srcOrd="2" destOrd="0" parTransId="{68D7E0A2-D437-485F-8227-51C7C3911F6B}" sibTransId="{91A85571-1681-4DCA-B5F4-55FF91EDC938}"/>
    <dgm:cxn modelId="{20379287-6230-4C17-981F-BD05D8205271}" srcId="{6DC61670-3F36-453D-B3CC-3ED7DEBB4837}" destId="{12E3C597-549B-4E9B-883A-1BD4275F6944}" srcOrd="2" destOrd="0" parTransId="{D0AEA07C-E4F8-409C-B0EB-FFCC5F846546}" sibTransId="{7BB3DE83-1295-4D03-8198-A2884DA693AB}"/>
    <dgm:cxn modelId="{4EC25597-73C5-4A24-85D3-8443798DCD76}" type="presOf" srcId="{E89C54E1-2BF9-4ACC-9F3D-63889C1E69AE}" destId="{E671BCD7-50B9-48EA-B28B-F3614C663516}" srcOrd="0" destOrd="0" presId="urn:microsoft.com/office/officeart/2018/2/layout/IconLabelDescriptionList"/>
    <dgm:cxn modelId="{922DB59A-1FD1-4EDA-AABB-2363A923DF8B}" type="presOf" srcId="{E2FC8AFA-0C3A-43CB-BE27-D147D9004ABE}" destId="{09314801-4516-4531-8324-8A2056D72EA5}" srcOrd="0" destOrd="2" presId="urn:microsoft.com/office/officeart/2018/2/layout/IconLabelDescriptionList"/>
    <dgm:cxn modelId="{8A15619C-C741-4C99-8C1B-D7647941902D}" type="presOf" srcId="{6DC61670-3F36-453D-B3CC-3ED7DEBB4837}" destId="{782048EE-646A-47DB-B2F6-9354DED2991C}" srcOrd="0" destOrd="0" presId="urn:microsoft.com/office/officeart/2018/2/layout/IconLabelDescriptionList"/>
    <dgm:cxn modelId="{CF0DD9A1-D98E-47E6-BB45-0F5A63E327ED}" srcId="{E89C54E1-2BF9-4ACC-9F3D-63889C1E69AE}" destId="{E2FC8AFA-0C3A-43CB-BE27-D147D9004ABE}" srcOrd="2" destOrd="0" parTransId="{D48A7F9C-4A83-4CEB-97B8-CECD9A9F1B18}" sibTransId="{C36668F4-7E76-4B94-A8A0-E128201B9073}"/>
    <dgm:cxn modelId="{54058FA9-8B45-468A-846E-D97E819C9544}" type="presOf" srcId="{9FE3F76F-62CA-4E03-8B2D-644456DAED08}" destId="{7108BA35-C567-4382-B0D7-5491BE5C6511}" srcOrd="0" destOrd="1" presId="urn:microsoft.com/office/officeart/2018/2/layout/IconLabelDescriptionList"/>
    <dgm:cxn modelId="{EE4778B6-455A-4589-86EC-DBDA3D95A0D6}" type="presOf" srcId="{12E3C597-549B-4E9B-883A-1BD4275F6944}" destId="{D7045556-BC2B-4717-B3F0-92F48AC76D40}" srcOrd="0" destOrd="2" presId="urn:microsoft.com/office/officeart/2018/2/layout/IconLabelDescriptionList"/>
    <dgm:cxn modelId="{E0AAD3BD-E911-42A9-BDC6-F34E151EB36C}" srcId="{8F1B864A-EA43-4AA3-93D2-6EF654BEFBEC}" destId="{6DC61670-3F36-453D-B3CC-3ED7DEBB4837}" srcOrd="4" destOrd="0" parTransId="{B5462F69-9CBD-4C79-BEEF-1A49DF178E9E}" sibTransId="{B7C2239E-75AD-4F41-BBCC-4977E83145EC}"/>
    <dgm:cxn modelId="{D0654EBF-1ABF-4DB2-912F-59BCF8B87824}" type="presOf" srcId="{334AA99C-6FED-4624-88D6-5F2000938CA2}" destId="{54FF7EDD-8E47-48A3-A5C5-8E6032CF1E9F}" srcOrd="0" destOrd="0" presId="urn:microsoft.com/office/officeart/2018/2/layout/IconLabelDescriptionList"/>
    <dgm:cxn modelId="{E696D5D4-C0F4-4EBA-84B6-05A702892F70}" srcId="{8F1B864A-EA43-4AA3-93D2-6EF654BEFBEC}" destId="{E89C54E1-2BF9-4ACC-9F3D-63889C1E69AE}" srcOrd="0" destOrd="0" parTransId="{6D400DE3-AFDF-4212-8F38-99B8973AB841}" sibTransId="{55FCED25-46FC-408A-AB51-FC0E113BA98C}"/>
    <dgm:cxn modelId="{EC968FD7-C025-44D8-96EB-EF53089D3868}" srcId="{8889EF75-B637-4935-AA81-4C6C9BAC2B99}" destId="{C40D4FB7-D00D-4850-826C-B4182E8C7ABC}" srcOrd="0" destOrd="0" parTransId="{F69899FA-4D87-4A68-8F2A-6BD4A25760E1}" sibTransId="{4D230783-842C-484E-9CCB-11990AAC574D}"/>
    <dgm:cxn modelId="{5E091CEE-C0F7-4AEA-BB9A-458672E22C1B}" srcId="{71EE7D72-6C77-4BE3-BE01-C8123330A43F}" destId="{03B46D5D-4AF0-4234-97D1-18F96363D47D}" srcOrd="0" destOrd="0" parTransId="{A683F989-7474-442F-8810-C7A42090B50E}" sibTransId="{287AC449-DFD8-4B6E-85C4-17EA9183D65A}"/>
    <dgm:cxn modelId="{26F532F7-6318-415D-AE28-4AFCDC13E217}" srcId="{8F1B864A-EA43-4AA3-93D2-6EF654BEFBEC}" destId="{8889EF75-B637-4935-AA81-4C6C9BAC2B99}" srcOrd="2" destOrd="0" parTransId="{A1242432-E92D-470F-AF4E-EF89247FDE3F}" sibTransId="{B8FD076C-2BFA-4A0B-9D7B-97B1EA8BDE4E}"/>
    <dgm:cxn modelId="{E15C5FFB-618D-48D4-8849-E14BFD866D75}" srcId="{71EE7D72-6C77-4BE3-BE01-C8123330A43F}" destId="{9FE3F76F-62CA-4E03-8B2D-644456DAED08}" srcOrd="1" destOrd="0" parTransId="{9411FFA2-D830-4106-854B-3F85EE786194}" sibTransId="{CA51F683-DD49-4F75-AB49-F99A151CA5FC}"/>
    <dgm:cxn modelId="{F7238DBE-B574-491E-AA3D-2EF61B87FC1A}" type="presParOf" srcId="{3F0646A1-A63E-43D9-95DA-06928901539F}" destId="{2E5CD3C2-9FCA-4073-A83D-926D6F3554AE}" srcOrd="0" destOrd="0" presId="urn:microsoft.com/office/officeart/2018/2/layout/IconLabelDescriptionList"/>
    <dgm:cxn modelId="{5798879C-7EEF-428B-8D9A-15825892D7C1}" type="presParOf" srcId="{2E5CD3C2-9FCA-4073-A83D-926D6F3554AE}" destId="{1AA65557-4038-428D-9549-BCDA51E1D768}" srcOrd="0" destOrd="0" presId="urn:microsoft.com/office/officeart/2018/2/layout/IconLabelDescriptionList"/>
    <dgm:cxn modelId="{16F33638-2FE9-490D-99FA-D59017ACD133}" type="presParOf" srcId="{2E5CD3C2-9FCA-4073-A83D-926D6F3554AE}" destId="{E997FD36-19F1-4796-AF9C-C9E6063D6BBE}" srcOrd="1" destOrd="0" presId="urn:microsoft.com/office/officeart/2018/2/layout/IconLabelDescriptionList"/>
    <dgm:cxn modelId="{5E0213DC-123E-4D2E-B5B8-8EA89C8146C7}" type="presParOf" srcId="{2E5CD3C2-9FCA-4073-A83D-926D6F3554AE}" destId="{E671BCD7-50B9-48EA-B28B-F3614C663516}" srcOrd="2" destOrd="0" presId="urn:microsoft.com/office/officeart/2018/2/layout/IconLabelDescriptionList"/>
    <dgm:cxn modelId="{56E77128-2289-4205-B108-E4B5FC6B7D0C}" type="presParOf" srcId="{2E5CD3C2-9FCA-4073-A83D-926D6F3554AE}" destId="{E4B64EDD-7D1F-49E9-9A7B-3DA95146B913}" srcOrd="3" destOrd="0" presId="urn:microsoft.com/office/officeart/2018/2/layout/IconLabelDescriptionList"/>
    <dgm:cxn modelId="{0F428438-6F1A-4F34-BE6C-65635F551BE3}" type="presParOf" srcId="{2E5CD3C2-9FCA-4073-A83D-926D6F3554AE}" destId="{09314801-4516-4531-8324-8A2056D72EA5}" srcOrd="4" destOrd="0" presId="urn:microsoft.com/office/officeart/2018/2/layout/IconLabelDescriptionList"/>
    <dgm:cxn modelId="{6E02DBE3-4947-4873-8DF1-DD10D70458D6}" type="presParOf" srcId="{3F0646A1-A63E-43D9-95DA-06928901539F}" destId="{7F935520-6B38-444C-8F42-071AC043A625}" srcOrd="1" destOrd="0" presId="urn:microsoft.com/office/officeart/2018/2/layout/IconLabelDescriptionList"/>
    <dgm:cxn modelId="{39EC4E99-ADB6-470C-A7C4-2A881E546A39}" type="presParOf" srcId="{3F0646A1-A63E-43D9-95DA-06928901539F}" destId="{DEF0F909-7C8F-4C10-AF86-9F78FBA4EDC7}" srcOrd="2" destOrd="0" presId="urn:microsoft.com/office/officeart/2018/2/layout/IconLabelDescriptionList"/>
    <dgm:cxn modelId="{E7595D3D-9A43-44C5-A566-D6F07FA24756}" type="presParOf" srcId="{DEF0F909-7C8F-4C10-AF86-9F78FBA4EDC7}" destId="{CD9E3180-FE0C-4BF8-8CB9-F6F24536B0F1}" srcOrd="0" destOrd="0" presId="urn:microsoft.com/office/officeart/2018/2/layout/IconLabelDescriptionList"/>
    <dgm:cxn modelId="{3528B761-E3AD-42A0-A7A9-DF6944E80532}" type="presParOf" srcId="{DEF0F909-7C8F-4C10-AF86-9F78FBA4EDC7}" destId="{BC0CD2B9-2108-49B8-B120-ED636152ABD3}" srcOrd="1" destOrd="0" presId="urn:microsoft.com/office/officeart/2018/2/layout/IconLabelDescriptionList"/>
    <dgm:cxn modelId="{FD06E6DF-257A-4810-A670-AAAA6177F020}" type="presParOf" srcId="{DEF0F909-7C8F-4C10-AF86-9F78FBA4EDC7}" destId="{5FE40C53-708E-4230-9AD7-5427FF6EC492}" srcOrd="2" destOrd="0" presId="urn:microsoft.com/office/officeart/2018/2/layout/IconLabelDescriptionList"/>
    <dgm:cxn modelId="{49966548-2553-4006-B281-CF848CCEF89F}" type="presParOf" srcId="{DEF0F909-7C8F-4C10-AF86-9F78FBA4EDC7}" destId="{5AB190F8-B41B-48EC-B3F6-12653E0058ED}" srcOrd="3" destOrd="0" presId="urn:microsoft.com/office/officeart/2018/2/layout/IconLabelDescriptionList"/>
    <dgm:cxn modelId="{090B9CA0-A66D-4EF5-A0A5-AF957C794414}" type="presParOf" srcId="{DEF0F909-7C8F-4C10-AF86-9F78FBA4EDC7}" destId="{7108BA35-C567-4382-B0D7-5491BE5C6511}" srcOrd="4" destOrd="0" presId="urn:microsoft.com/office/officeart/2018/2/layout/IconLabelDescriptionList"/>
    <dgm:cxn modelId="{FAC11678-1588-4342-B05B-19F0DED65D8F}" type="presParOf" srcId="{3F0646A1-A63E-43D9-95DA-06928901539F}" destId="{015D3C37-E8B1-4EAE-A859-765FFB79AEC2}" srcOrd="3" destOrd="0" presId="urn:microsoft.com/office/officeart/2018/2/layout/IconLabelDescriptionList"/>
    <dgm:cxn modelId="{6049AA16-A656-4025-82BA-3B0075B0FDD1}" type="presParOf" srcId="{3F0646A1-A63E-43D9-95DA-06928901539F}" destId="{CD03C6DA-8D39-4DE8-AF8B-8BFD74FD0B8C}" srcOrd="4" destOrd="0" presId="urn:microsoft.com/office/officeart/2018/2/layout/IconLabelDescriptionList"/>
    <dgm:cxn modelId="{17FE2EF4-BB1A-4946-A20B-008EBD2B07C0}" type="presParOf" srcId="{CD03C6DA-8D39-4DE8-AF8B-8BFD74FD0B8C}" destId="{241E6921-8DD3-4EC0-8AA8-BDB6FB3B60CD}" srcOrd="0" destOrd="0" presId="urn:microsoft.com/office/officeart/2018/2/layout/IconLabelDescriptionList"/>
    <dgm:cxn modelId="{95946112-CF14-498E-89E3-C9E2C6AEB06B}" type="presParOf" srcId="{CD03C6DA-8D39-4DE8-AF8B-8BFD74FD0B8C}" destId="{C6BA0D19-D886-4B58-B046-5AF298968C72}" srcOrd="1" destOrd="0" presId="urn:microsoft.com/office/officeart/2018/2/layout/IconLabelDescriptionList"/>
    <dgm:cxn modelId="{F616DD4F-4CA5-4375-A359-A4561B0E1E52}" type="presParOf" srcId="{CD03C6DA-8D39-4DE8-AF8B-8BFD74FD0B8C}" destId="{1D0513CB-78CD-47FE-B6C5-CE980F338D7C}" srcOrd="2" destOrd="0" presId="urn:microsoft.com/office/officeart/2018/2/layout/IconLabelDescriptionList"/>
    <dgm:cxn modelId="{117C6A19-4A35-44AB-B2A9-0547A2ACD5A6}" type="presParOf" srcId="{CD03C6DA-8D39-4DE8-AF8B-8BFD74FD0B8C}" destId="{05865B3E-398E-4DCA-A1EA-4C98EBC61E69}" srcOrd="3" destOrd="0" presId="urn:microsoft.com/office/officeart/2018/2/layout/IconLabelDescriptionList"/>
    <dgm:cxn modelId="{2CF04990-8B64-426D-96C4-416388A56204}" type="presParOf" srcId="{CD03C6DA-8D39-4DE8-AF8B-8BFD74FD0B8C}" destId="{B292C896-465F-4242-94D4-8C4E6BCC3DA4}" srcOrd="4" destOrd="0" presId="urn:microsoft.com/office/officeart/2018/2/layout/IconLabelDescriptionList"/>
    <dgm:cxn modelId="{8CAFA90E-F0F5-47F0-AEA6-D300FEAFA7AE}" type="presParOf" srcId="{3F0646A1-A63E-43D9-95DA-06928901539F}" destId="{302039CD-2044-4D04-860A-AE328614107C}" srcOrd="5" destOrd="0" presId="urn:microsoft.com/office/officeart/2018/2/layout/IconLabelDescriptionList"/>
    <dgm:cxn modelId="{89EC02E5-6B89-48DF-816F-C8D7A2D36276}" type="presParOf" srcId="{3F0646A1-A63E-43D9-95DA-06928901539F}" destId="{75886DF0-47C2-438B-95CE-373F5DF2D325}" srcOrd="6" destOrd="0" presId="urn:microsoft.com/office/officeart/2018/2/layout/IconLabelDescriptionList"/>
    <dgm:cxn modelId="{255A13A3-B6F1-4DE2-883F-C811E1A89145}" type="presParOf" srcId="{75886DF0-47C2-438B-95CE-373F5DF2D325}" destId="{3C9F7FD4-E3FB-462F-AC83-A00A1779C01B}" srcOrd="0" destOrd="0" presId="urn:microsoft.com/office/officeart/2018/2/layout/IconLabelDescriptionList"/>
    <dgm:cxn modelId="{A755AAF3-F839-4B60-8BCC-EB33AC27E7B8}" type="presParOf" srcId="{75886DF0-47C2-438B-95CE-373F5DF2D325}" destId="{C3279BCD-3A72-428F-98E9-5449C25275AA}" srcOrd="1" destOrd="0" presId="urn:microsoft.com/office/officeart/2018/2/layout/IconLabelDescriptionList"/>
    <dgm:cxn modelId="{A164318F-1E3F-4102-823C-7D54F4B742A6}" type="presParOf" srcId="{75886DF0-47C2-438B-95CE-373F5DF2D325}" destId="{5E798FEA-2886-4EC4-B044-5F43EDBCBA65}" srcOrd="2" destOrd="0" presId="urn:microsoft.com/office/officeart/2018/2/layout/IconLabelDescriptionList"/>
    <dgm:cxn modelId="{5039EA30-3B23-4943-B91D-B8CB6995966B}" type="presParOf" srcId="{75886DF0-47C2-438B-95CE-373F5DF2D325}" destId="{86B44E49-A051-4D9C-8582-2CB9FE9BF316}" srcOrd="3" destOrd="0" presId="urn:microsoft.com/office/officeart/2018/2/layout/IconLabelDescriptionList"/>
    <dgm:cxn modelId="{C49E99EA-7054-4254-823F-6EA7E330A83C}" type="presParOf" srcId="{75886DF0-47C2-438B-95CE-373F5DF2D325}" destId="{54FF7EDD-8E47-48A3-A5C5-8E6032CF1E9F}" srcOrd="4" destOrd="0" presId="urn:microsoft.com/office/officeart/2018/2/layout/IconLabelDescriptionList"/>
    <dgm:cxn modelId="{8AC3B12C-940B-4530-B3E6-EB8AA94AF9B6}" type="presParOf" srcId="{3F0646A1-A63E-43D9-95DA-06928901539F}" destId="{A40B39D4-ABFB-48B4-9266-87DCC4F3949D}" srcOrd="7" destOrd="0" presId="urn:microsoft.com/office/officeart/2018/2/layout/IconLabelDescriptionList"/>
    <dgm:cxn modelId="{F84CB66C-CF61-4773-B50B-DEA9B8AADBAE}" type="presParOf" srcId="{3F0646A1-A63E-43D9-95DA-06928901539F}" destId="{5B260519-16B2-408A-8B86-D0EC54F0FA77}" srcOrd="8" destOrd="0" presId="urn:microsoft.com/office/officeart/2018/2/layout/IconLabelDescriptionList"/>
    <dgm:cxn modelId="{E8B68A49-6A37-43E1-AE7A-D896A983FDB0}" type="presParOf" srcId="{5B260519-16B2-408A-8B86-D0EC54F0FA77}" destId="{25706F7B-C5F6-4E9A-87C5-76EF70223068}" srcOrd="0" destOrd="0" presId="urn:microsoft.com/office/officeart/2018/2/layout/IconLabelDescriptionList"/>
    <dgm:cxn modelId="{CC22E085-5A6E-42E3-9BE3-58C74E336A82}" type="presParOf" srcId="{5B260519-16B2-408A-8B86-D0EC54F0FA77}" destId="{031DF974-8EE4-44A2-897D-B5DC8208C7A8}" srcOrd="1" destOrd="0" presId="urn:microsoft.com/office/officeart/2018/2/layout/IconLabelDescriptionList"/>
    <dgm:cxn modelId="{FC7CCBB1-49A6-4AA2-9C98-6F6FB813421D}" type="presParOf" srcId="{5B260519-16B2-408A-8B86-D0EC54F0FA77}" destId="{782048EE-646A-47DB-B2F6-9354DED2991C}" srcOrd="2" destOrd="0" presId="urn:microsoft.com/office/officeart/2018/2/layout/IconLabelDescriptionList"/>
    <dgm:cxn modelId="{AFE6DE7A-F9AF-43F7-B102-93DE5A5D9D85}" type="presParOf" srcId="{5B260519-16B2-408A-8B86-D0EC54F0FA77}" destId="{6BA8C754-0E83-4798-8E9B-6CE001222A64}" srcOrd="3" destOrd="0" presId="urn:microsoft.com/office/officeart/2018/2/layout/IconLabelDescriptionList"/>
    <dgm:cxn modelId="{FD7E3358-DAA2-4A87-8C46-A6A9E3B7170F}" type="presParOf" srcId="{5B260519-16B2-408A-8B86-D0EC54F0FA77}" destId="{D7045556-BC2B-4717-B3F0-92F48AC76D4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21E6D55-5CFA-44A4-AE54-AB743DFB35B3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D184780-CA40-45E3-BD0F-A550CB159A8F}">
      <dgm:prSet/>
      <dgm:spPr/>
      <dgm:t>
        <a:bodyPr/>
        <a:lstStyle/>
        <a:p>
          <a:r>
            <a:rPr lang="en-IN" b="1" i="0"/>
            <a:t>Security Audit Conduct</a:t>
          </a:r>
          <a:endParaRPr lang="en-US"/>
        </a:p>
      </dgm:t>
    </dgm:pt>
    <dgm:pt modelId="{61C01CA0-064D-4792-9437-806D51EE33A7}" type="parTrans" cxnId="{0CA58043-35B2-4A10-960A-A8F6A9D28921}">
      <dgm:prSet/>
      <dgm:spPr/>
      <dgm:t>
        <a:bodyPr/>
        <a:lstStyle/>
        <a:p>
          <a:endParaRPr lang="en-US"/>
        </a:p>
      </dgm:t>
    </dgm:pt>
    <dgm:pt modelId="{0E11AAE7-42E7-41CA-8FC5-E595E7BBC5BD}" type="sibTrans" cxnId="{0CA58043-35B2-4A10-960A-A8F6A9D28921}">
      <dgm:prSet/>
      <dgm:spPr/>
      <dgm:t>
        <a:bodyPr/>
        <a:lstStyle/>
        <a:p>
          <a:endParaRPr lang="en-US"/>
        </a:p>
      </dgm:t>
    </dgm:pt>
    <dgm:pt modelId="{F7928855-FAC5-4B69-B7EA-F748EC8C1D6B}">
      <dgm:prSet/>
      <dgm:spPr/>
      <dgm:t>
        <a:bodyPr/>
        <a:lstStyle/>
        <a:p>
          <a:r>
            <a:rPr lang="en-IN" b="0" i="0"/>
            <a:t>Conduct a comprehensive security audit of the project infrastructure.</a:t>
          </a:r>
          <a:endParaRPr lang="en-US"/>
        </a:p>
      </dgm:t>
    </dgm:pt>
    <dgm:pt modelId="{A5DB571E-E543-4809-A797-692ABA3C25DC}" type="parTrans" cxnId="{C79237A1-BD13-4AFD-9452-10527787BCDF}">
      <dgm:prSet/>
      <dgm:spPr/>
      <dgm:t>
        <a:bodyPr/>
        <a:lstStyle/>
        <a:p>
          <a:endParaRPr lang="en-US"/>
        </a:p>
      </dgm:t>
    </dgm:pt>
    <dgm:pt modelId="{90A6664A-8A87-4F83-AA90-A95FCCB216B3}" type="sibTrans" cxnId="{C79237A1-BD13-4AFD-9452-10527787BCDF}">
      <dgm:prSet/>
      <dgm:spPr/>
      <dgm:t>
        <a:bodyPr/>
        <a:lstStyle/>
        <a:p>
          <a:endParaRPr lang="en-US"/>
        </a:p>
      </dgm:t>
    </dgm:pt>
    <dgm:pt modelId="{523814DD-5C4F-460B-9F64-B6FCFC44B9EB}">
      <dgm:prSet/>
      <dgm:spPr/>
      <dgm:t>
        <a:bodyPr/>
        <a:lstStyle/>
        <a:p>
          <a:r>
            <a:rPr lang="en-IN" b="0" i="0"/>
            <a:t>Identify potential vulnerabilities and gaps in security protocols.</a:t>
          </a:r>
          <a:endParaRPr lang="en-US"/>
        </a:p>
      </dgm:t>
    </dgm:pt>
    <dgm:pt modelId="{1F5F4F0B-CAA8-44A3-82C6-F3B4EFD74BFC}" type="parTrans" cxnId="{65ED5C9F-C738-400F-B1E4-D090BCD907D8}">
      <dgm:prSet/>
      <dgm:spPr/>
      <dgm:t>
        <a:bodyPr/>
        <a:lstStyle/>
        <a:p>
          <a:endParaRPr lang="en-US"/>
        </a:p>
      </dgm:t>
    </dgm:pt>
    <dgm:pt modelId="{7E05B45E-1C37-4B87-A040-941AEED27B8F}" type="sibTrans" cxnId="{65ED5C9F-C738-400F-B1E4-D090BCD907D8}">
      <dgm:prSet/>
      <dgm:spPr/>
      <dgm:t>
        <a:bodyPr/>
        <a:lstStyle/>
        <a:p>
          <a:endParaRPr lang="en-US"/>
        </a:p>
      </dgm:t>
    </dgm:pt>
    <dgm:pt modelId="{9E8DE5A6-8C0B-4679-854B-D4D2B6F55492}">
      <dgm:prSet/>
      <dgm:spPr/>
      <dgm:t>
        <a:bodyPr/>
        <a:lstStyle/>
        <a:p>
          <a:r>
            <a:rPr lang="en-IN" b="0" i="0"/>
            <a:t>Utilize automated tools and external experts for thorough evaluation.</a:t>
          </a:r>
          <a:endParaRPr lang="en-US"/>
        </a:p>
      </dgm:t>
    </dgm:pt>
    <dgm:pt modelId="{2ED607C8-030E-4C6D-8C50-CE926CB2ADE8}" type="parTrans" cxnId="{3D6381FE-7124-4D56-A953-30FC4B0584B2}">
      <dgm:prSet/>
      <dgm:spPr/>
      <dgm:t>
        <a:bodyPr/>
        <a:lstStyle/>
        <a:p>
          <a:endParaRPr lang="en-US"/>
        </a:p>
      </dgm:t>
    </dgm:pt>
    <dgm:pt modelId="{3380B071-A29E-4F80-948C-E9B2AC985639}" type="sibTrans" cxnId="{3D6381FE-7124-4D56-A953-30FC4B0584B2}">
      <dgm:prSet/>
      <dgm:spPr/>
      <dgm:t>
        <a:bodyPr/>
        <a:lstStyle/>
        <a:p>
          <a:endParaRPr lang="en-US"/>
        </a:p>
      </dgm:t>
    </dgm:pt>
    <dgm:pt modelId="{1E5B76C3-A0D5-4CDB-A208-849BCEB725B6}">
      <dgm:prSet/>
      <dgm:spPr/>
      <dgm:t>
        <a:bodyPr/>
        <a:lstStyle/>
        <a:p>
          <a:r>
            <a:rPr lang="en-IN" b="1" i="0"/>
            <a:t>Collaboration with Experts</a:t>
          </a:r>
          <a:endParaRPr lang="en-US"/>
        </a:p>
      </dgm:t>
    </dgm:pt>
    <dgm:pt modelId="{07E9DD61-D93E-418E-B4A1-B7DD4FC7127D}" type="parTrans" cxnId="{8FAC07E7-A0DA-40D2-915D-5BF9883C8974}">
      <dgm:prSet/>
      <dgm:spPr/>
      <dgm:t>
        <a:bodyPr/>
        <a:lstStyle/>
        <a:p>
          <a:endParaRPr lang="en-US"/>
        </a:p>
      </dgm:t>
    </dgm:pt>
    <dgm:pt modelId="{FDA92B44-DF95-4397-B9A1-C0E6C8F66EDE}" type="sibTrans" cxnId="{8FAC07E7-A0DA-40D2-915D-5BF9883C8974}">
      <dgm:prSet/>
      <dgm:spPr/>
      <dgm:t>
        <a:bodyPr/>
        <a:lstStyle/>
        <a:p>
          <a:endParaRPr lang="en-US"/>
        </a:p>
      </dgm:t>
    </dgm:pt>
    <dgm:pt modelId="{D7726E92-8FC9-426A-B206-A9F69CB7C0CB}">
      <dgm:prSet/>
      <dgm:spPr/>
      <dgm:t>
        <a:bodyPr/>
        <a:lstStyle/>
        <a:p>
          <a:r>
            <a:rPr lang="en-IN" b="0" i="0"/>
            <a:t>Collaborate with cybersecurity experts to address identified gaps.</a:t>
          </a:r>
          <a:endParaRPr lang="en-US"/>
        </a:p>
      </dgm:t>
    </dgm:pt>
    <dgm:pt modelId="{9B4ABB3E-D3AB-490C-9B3A-A0183DC91D18}" type="parTrans" cxnId="{14BB9FE7-DE9B-43B8-A41A-844C9743D12F}">
      <dgm:prSet/>
      <dgm:spPr/>
      <dgm:t>
        <a:bodyPr/>
        <a:lstStyle/>
        <a:p>
          <a:endParaRPr lang="en-US"/>
        </a:p>
      </dgm:t>
    </dgm:pt>
    <dgm:pt modelId="{FFD5B084-3E83-4503-AF82-012CB2DDBAA2}" type="sibTrans" cxnId="{14BB9FE7-DE9B-43B8-A41A-844C9743D12F}">
      <dgm:prSet/>
      <dgm:spPr/>
      <dgm:t>
        <a:bodyPr/>
        <a:lstStyle/>
        <a:p>
          <a:endParaRPr lang="en-US"/>
        </a:p>
      </dgm:t>
    </dgm:pt>
    <dgm:pt modelId="{D6FDFA4D-B36A-4B01-A4F5-13FD41E9B918}">
      <dgm:prSet/>
      <dgm:spPr/>
      <dgm:t>
        <a:bodyPr/>
        <a:lstStyle/>
        <a:p>
          <a:r>
            <a:rPr lang="en-IN" b="0" i="0"/>
            <a:t>Establish a continuous dialogue for ongoing security improvements.</a:t>
          </a:r>
          <a:endParaRPr lang="en-US"/>
        </a:p>
      </dgm:t>
    </dgm:pt>
    <dgm:pt modelId="{1E9884C7-6397-47E2-8951-E23A75FBDE09}" type="parTrans" cxnId="{3CD2389D-D677-4640-9AD6-C0D6FB931A7F}">
      <dgm:prSet/>
      <dgm:spPr/>
      <dgm:t>
        <a:bodyPr/>
        <a:lstStyle/>
        <a:p>
          <a:endParaRPr lang="en-US"/>
        </a:p>
      </dgm:t>
    </dgm:pt>
    <dgm:pt modelId="{5339460D-461A-4267-BFA6-1293D6CA173D}" type="sibTrans" cxnId="{3CD2389D-D677-4640-9AD6-C0D6FB931A7F}">
      <dgm:prSet/>
      <dgm:spPr/>
      <dgm:t>
        <a:bodyPr/>
        <a:lstStyle/>
        <a:p>
          <a:endParaRPr lang="en-US"/>
        </a:p>
      </dgm:t>
    </dgm:pt>
    <dgm:pt modelId="{9B8D34DD-1990-40CE-9948-E1FA7C635C9F}">
      <dgm:prSet/>
      <dgm:spPr/>
      <dgm:t>
        <a:bodyPr/>
        <a:lstStyle/>
        <a:p>
          <a:r>
            <a:rPr lang="en-IN" b="0" i="0"/>
            <a:t>Train the team on cybersecurity best practices.</a:t>
          </a:r>
          <a:endParaRPr lang="en-US"/>
        </a:p>
      </dgm:t>
    </dgm:pt>
    <dgm:pt modelId="{E46CA39C-A6EE-4591-8114-2C8ABB949134}" type="parTrans" cxnId="{0AA88732-BBCB-4668-A970-6751719140B1}">
      <dgm:prSet/>
      <dgm:spPr/>
      <dgm:t>
        <a:bodyPr/>
        <a:lstStyle/>
        <a:p>
          <a:endParaRPr lang="en-US"/>
        </a:p>
      </dgm:t>
    </dgm:pt>
    <dgm:pt modelId="{5FC6BC37-B8BE-4925-99BE-CFDBBC9AD196}" type="sibTrans" cxnId="{0AA88732-BBCB-4668-A970-6751719140B1}">
      <dgm:prSet/>
      <dgm:spPr/>
      <dgm:t>
        <a:bodyPr/>
        <a:lstStyle/>
        <a:p>
          <a:endParaRPr lang="en-US"/>
        </a:p>
      </dgm:t>
    </dgm:pt>
    <dgm:pt modelId="{9EA5B975-EED8-47EA-B66F-EBD149860B18}">
      <dgm:prSet/>
      <dgm:spPr/>
      <dgm:t>
        <a:bodyPr/>
        <a:lstStyle/>
        <a:p>
          <a:r>
            <a:rPr lang="en-IN" b="1" i="0"/>
            <a:t>Controls Implementation</a:t>
          </a:r>
          <a:endParaRPr lang="en-US"/>
        </a:p>
      </dgm:t>
    </dgm:pt>
    <dgm:pt modelId="{8B0BF5EF-209F-486B-9CD4-F626BBA9B526}" type="parTrans" cxnId="{1C0BB2EB-F37C-4F49-B8D3-D6456F01C7C8}">
      <dgm:prSet/>
      <dgm:spPr/>
      <dgm:t>
        <a:bodyPr/>
        <a:lstStyle/>
        <a:p>
          <a:endParaRPr lang="en-US"/>
        </a:p>
      </dgm:t>
    </dgm:pt>
    <dgm:pt modelId="{C0CD2041-B032-42F2-9C86-74C50D633CDD}" type="sibTrans" cxnId="{1C0BB2EB-F37C-4F49-B8D3-D6456F01C7C8}">
      <dgm:prSet/>
      <dgm:spPr/>
      <dgm:t>
        <a:bodyPr/>
        <a:lstStyle/>
        <a:p>
          <a:endParaRPr lang="en-US"/>
        </a:p>
      </dgm:t>
    </dgm:pt>
    <dgm:pt modelId="{CD3917D4-BF6D-45AA-9D33-5BBAC8DFAA05}">
      <dgm:prSet/>
      <dgm:spPr/>
      <dgm:t>
        <a:bodyPr/>
        <a:lstStyle/>
        <a:p>
          <a:r>
            <a:rPr lang="en-IN" b="0" i="0"/>
            <a:t>Implement additional security controls based on audit findings.</a:t>
          </a:r>
          <a:endParaRPr lang="en-US"/>
        </a:p>
      </dgm:t>
    </dgm:pt>
    <dgm:pt modelId="{EA0F983C-AEE5-499B-A511-C404DCCD6D5B}" type="parTrans" cxnId="{C45C2FEF-CBA2-4FF9-B212-2D657DB1C739}">
      <dgm:prSet/>
      <dgm:spPr/>
      <dgm:t>
        <a:bodyPr/>
        <a:lstStyle/>
        <a:p>
          <a:endParaRPr lang="en-US"/>
        </a:p>
      </dgm:t>
    </dgm:pt>
    <dgm:pt modelId="{DBD795F2-C945-43F9-B86D-ADFC100DDDFC}" type="sibTrans" cxnId="{C45C2FEF-CBA2-4FF9-B212-2D657DB1C739}">
      <dgm:prSet/>
      <dgm:spPr/>
      <dgm:t>
        <a:bodyPr/>
        <a:lstStyle/>
        <a:p>
          <a:endParaRPr lang="en-US"/>
        </a:p>
      </dgm:t>
    </dgm:pt>
    <dgm:pt modelId="{DD07006C-7D3C-4A4A-ACE4-2108EE0646A2}">
      <dgm:prSet/>
      <dgm:spPr/>
      <dgm:t>
        <a:bodyPr/>
        <a:lstStyle/>
        <a:p>
          <a:r>
            <a:rPr lang="en-IN" b="0" i="0"/>
            <a:t>Regularly update and patch security systems.</a:t>
          </a:r>
          <a:endParaRPr lang="en-US"/>
        </a:p>
      </dgm:t>
    </dgm:pt>
    <dgm:pt modelId="{FBFB4877-1FC5-4F36-B85C-9D35921B0D1A}" type="parTrans" cxnId="{C7DB6DE3-6A7E-4FB2-A032-3DD8E1FE6FDD}">
      <dgm:prSet/>
      <dgm:spPr/>
      <dgm:t>
        <a:bodyPr/>
        <a:lstStyle/>
        <a:p>
          <a:endParaRPr lang="en-US"/>
        </a:p>
      </dgm:t>
    </dgm:pt>
    <dgm:pt modelId="{9D4A7A56-5313-4095-9E29-F29D4D2A10B3}" type="sibTrans" cxnId="{C7DB6DE3-6A7E-4FB2-A032-3DD8E1FE6FDD}">
      <dgm:prSet/>
      <dgm:spPr/>
      <dgm:t>
        <a:bodyPr/>
        <a:lstStyle/>
        <a:p>
          <a:endParaRPr lang="en-US"/>
        </a:p>
      </dgm:t>
    </dgm:pt>
    <dgm:pt modelId="{BC4A2CB0-B4FA-4A4B-90E3-16C05B766C90}">
      <dgm:prSet/>
      <dgm:spPr/>
      <dgm:t>
        <a:bodyPr/>
        <a:lstStyle/>
        <a:p>
          <a:r>
            <a:rPr lang="en-IN" b="0" i="0"/>
            <a:t>Enforce strict access controls and data encryption.</a:t>
          </a:r>
          <a:endParaRPr lang="en-US"/>
        </a:p>
      </dgm:t>
    </dgm:pt>
    <dgm:pt modelId="{7A85B71B-0F40-4D51-AA79-546078E42B0E}" type="parTrans" cxnId="{06295B54-5538-4A11-8E6A-8F0052CBE5C5}">
      <dgm:prSet/>
      <dgm:spPr/>
      <dgm:t>
        <a:bodyPr/>
        <a:lstStyle/>
        <a:p>
          <a:endParaRPr lang="en-US"/>
        </a:p>
      </dgm:t>
    </dgm:pt>
    <dgm:pt modelId="{E3CE3277-EBFB-4AE0-9C1E-D9BC476B54AC}" type="sibTrans" cxnId="{06295B54-5538-4A11-8E6A-8F0052CBE5C5}">
      <dgm:prSet/>
      <dgm:spPr/>
      <dgm:t>
        <a:bodyPr/>
        <a:lstStyle/>
        <a:p>
          <a:endParaRPr lang="en-US"/>
        </a:p>
      </dgm:t>
    </dgm:pt>
    <dgm:pt modelId="{E93A49C0-28D2-4F82-8A78-16B9EC0823CA}">
      <dgm:prSet/>
      <dgm:spPr/>
      <dgm:t>
        <a:bodyPr/>
        <a:lstStyle/>
        <a:p>
          <a:r>
            <a:rPr lang="en-IN" b="1" i="0"/>
            <a:t>Training Conduct</a:t>
          </a:r>
          <a:endParaRPr lang="en-US"/>
        </a:p>
      </dgm:t>
    </dgm:pt>
    <dgm:pt modelId="{BFC516F0-7576-44BD-99A3-319A8CD678E4}" type="parTrans" cxnId="{F2A2416B-186A-4AE5-B09C-C1C0B24A050E}">
      <dgm:prSet/>
      <dgm:spPr/>
      <dgm:t>
        <a:bodyPr/>
        <a:lstStyle/>
        <a:p>
          <a:endParaRPr lang="en-US"/>
        </a:p>
      </dgm:t>
    </dgm:pt>
    <dgm:pt modelId="{069CA31E-33D6-4207-9F02-8D4988F9A6C5}" type="sibTrans" cxnId="{F2A2416B-186A-4AE5-B09C-C1C0B24A050E}">
      <dgm:prSet/>
      <dgm:spPr/>
      <dgm:t>
        <a:bodyPr/>
        <a:lstStyle/>
        <a:p>
          <a:endParaRPr lang="en-US"/>
        </a:p>
      </dgm:t>
    </dgm:pt>
    <dgm:pt modelId="{239954A7-AF64-4AFF-9B56-2CDAD5ADC1DD}">
      <dgm:prSet/>
      <dgm:spPr/>
      <dgm:t>
        <a:bodyPr/>
        <a:lstStyle/>
        <a:p>
          <a:r>
            <a:rPr lang="en-IN" b="0" i="0"/>
            <a:t>Conduct regular security awareness training for team members.</a:t>
          </a:r>
          <a:endParaRPr lang="en-US"/>
        </a:p>
      </dgm:t>
    </dgm:pt>
    <dgm:pt modelId="{28E4637D-A3E8-4CC1-A52C-88CFD1780745}" type="parTrans" cxnId="{AE5866C0-DFE4-4F3E-8BE5-F7AF04D83A08}">
      <dgm:prSet/>
      <dgm:spPr/>
      <dgm:t>
        <a:bodyPr/>
        <a:lstStyle/>
        <a:p>
          <a:endParaRPr lang="en-US"/>
        </a:p>
      </dgm:t>
    </dgm:pt>
    <dgm:pt modelId="{2ED9397A-1FCD-4AFC-89BF-770F54667365}" type="sibTrans" cxnId="{AE5866C0-DFE4-4F3E-8BE5-F7AF04D83A08}">
      <dgm:prSet/>
      <dgm:spPr/>
      <dgm:t>
        <a:bodyPr/>
        <a:lstStyle/>
        <a:p>
          <a:endParaRPr lang="en-US"/>
        </a:p>
      </dgm:t>
    </dgm:pt>
    <dgm:pt modelId="{BC4BC835-4C34-48C1-9E67-86D91CF135ED}">
      <dgm:prSet/>
      <dgm:spPr/>
      <dgm:t>
        <a:bodyPr/>
        <a:lstStyle/>
        <a:p>
          <a:r>
            <a:rPr lang="en-IN" b="0" i="0"/>
            <a:t>Ensure that all team members are well-versed in security protocols.</a:t>
          </a:r>
          <a:endParaRPr lang="en-US"/>
        </a:p>
      </dgm:t>
    </dgm:pt>
    <dgm:pt modelId="{EA311A6D-5A4C-4455-BD4A-5E20D1F12E88}" type="parTrans" cxnId="{811E83A5-CFAA-44CE-B26A-B683B6F7CA32}">
      <dgm:prSet/>
      <dgm:spPr/>
      <dgm:t>
        <a:bodyPr/>
        <a:lstStyle/>
        <a:p>
          <a:endParaRPr lang="en-US"/>
        </a:p>
      </dgm:t>
    </dgm:pt>
    <dgm:pt modelId="{9E5E2E85-3782-431A-9F79-7D34D66AB41D}" type="sibTrans" cxnId="{811E83A5-CFAA-44CE-B26A-B683B6F7CA32}">
      <dgm:prSet/>
      <dgm:spPr/>
      <dgm:t>
        <a:bodyPr/>
        <a:lstStyle/>
        <a:p>
          <a:endParaRPr lang="en-US"/>
        </a:p>
      </dgm:t>
    </dgm:pt>
    <dgm:pt modelId="{9D9FF6FA-F3E8-4F8C-8CD7-15C3A15B49F5}">
      <dgm:prSet/>
      <dgm:spPr/>
      <dgm:t>
        <a:bodyPr/>
        <a:lstStyle/>
        <a:p>
          <a:r>
            <a:rPr lang="en-IN" b="0" i="0"/>
            <a:t>Establish protocols for reporting security incidents.</a:t>
          </a:r>
          <a:endParaRPr lang="en-US"/>
        </a:p>
      </dgm:t>
    </dgm:pt>
    <dgm:pt modelId="{6D02A5B0-96C5-4B35-8B55-C45D323E58AF}" type="parTrans" cxnId="{DBBB5421-95F9-4BE8-9955-6809986F5A76}">
      <dgm:prSet/>
      <dgm:spPr/>
      <dgm:t>
        <a:bodyPr/>
        <a:lstStyle/>
        <a:p>
          <a:endParaRPr lang="en-US"/>
        </a:p>
      </dgm:t>
    </dgm:pt>
    <dgm:pt modelId="{90E7197D-B41A-4E22-A358-20DD3523FE3B}" type="sibTrans" cxnId="{DBBB5421-95F9-4BE8-9955-6809986F5A76}">
      <dgm:prSet/>
      <dgm:spPr/>
      <dgm:t>
        <a:bodyPr/>
        <a:lstStyle/>
        <a:p>
          <a:endParaRPr lang="en-US"/>
        </a:p>
      </dgm:t>
    </dgm:pt>
    <dgm:pt modelId="{9AAB148B-996E-46CC-A944-3514D9AC3293}">
      <dgm:prSet/>
      <dgm:spPr/>
      <dgm:t>
        <a:bodyPr/>
        <a:lstStyle/>
        <a:p>
          <a:r>
            <a:rPr lang="en-IN" b="1" i="0"/>
            <a:t>Monitoring Establishment</a:t>
          </a:r>
          <a:endParaRPr lang="en-US"/>
        </a:p>
      </dgm:t>
    </dgm:pt>
    <dgm:pt modelId="{3016FDE4-0055-4537-8DBD-E68C150EDC21}" type="parTrans" cxnId="{A08B96C2-AAF9-4770-AC48-6CBF062337C4}">
      <dgm:prSet/>
      <dgm:spPr/>
      <dgm:t>
        <a:bodyPr/>
        <a:lstStyle/>
        <a:p>
          <a:endParaRPr lang="en-US"/>
        </a:p>
      </dgm:t>
    </dgm:pt>
    <dgm:pt modelId="{620F2CF5-697B-472A-92B9-E95B77F7C884}" type="sibTrans" cxnId="{A08B96C2-AAF9-4770-AC48-6CBF062337C4}">
      <dgm:prSet/>
      <dgm:spPr/>
      <dgm:t>
        <a:bodyPr/>
        <a:lstStyle/>
        <a:p>
          <a:endParaRPr lang="en-US"/>
        </a:p>
      </dgm:t>
    </dgm:pt>
    <dgm:pt modelId="{543F3AAD-8A0D-4A6B-A7F3-AEBE526E25E6}">
      <dgm:prSet/>
      <dgm:spPr/>
      <dgm:t>
        <a:bodyPr/>
        <a:lstStyle/>
        <a:p>
          <a:r>
            <a:rPr lang="en-IN" b="0" i="0"/>
            <a:t>Implement continuous monitoring systems for real-time threat detection.</a:t>
          </a:r>
          <a:endParaRPr lang="en-US"/>
        </a:p>
      </dgm:t>
    </dgm:pt>
    <dgm:pt modelId="{A1E07BFC-539C-45CE-99A8-045AB3BD1B53}" type="parTrans" cxnId="{9F8EA4F1-21A6-4FC7-94A1-140D5B667E46}">
      <dgm:prSet/>
      <dgm:spPr/>
      <dgm:t>
        <a:bodyPr/>
        <a:lstStyle/>
        <a:p>
          <a:endParaRPr lang="en-US"/>
        </a:p>
      </dgm:t>
    </dgm:pt>
    <dgm:pt modelId="{44DCE9EA-D195-418A-AE19-0D9E0249FC86}" type="sibTrans" cxnId="{9F8EA4F1-21A6-4FC7-94A1-140D5B667E46}">
      <dgm:prSet/>
      <dgm:spPr/>
      <dgm:t>
        <a:bodyPr/>
        <a:lstStyle/>
        <a:p>
          <a:endParaRPr lang="en-US"/>
        </a:p>
      </dgm:t>
    </dgm:pt>
    <dgm:pt modelId="{E2A35DAB-AE76-48A6-8AC3-9E3F7B0792DC}">
      <dgm:prSet/>
      <dgm:spPr/>
      <dgm:t>
        <a:bodyPr/>
        <a:lstStyle/>
        <a:p>
          <a:r>
            <a:rPr lang="en-IN" b="0" i="0"/>
            <a:t>Set up alerts and response protocols for security incidents.</a:t>
          </a:r>
          <a:endParaRPr lang="en-US"/>
        </a:p>
      </dgm:t>
    </dgm:pt>
    <dgm:pt modelId="{2FE719A7-3050-4713-8DAD-40497062C589}" type="parTrans" cxnId="{787C1E07-1C24-4D33-9009-1CBB2C68530D}">
      <dgm:prSet/>
      <dgm:spPr/>
      <dgm:t>
        <a:bodyPr/>
        <a:lstStyle/>
        <a:p>
          <a:endParaRPr lang="en-US"/>
        </a:p>
      </dgm:t>
    </dgm:pt>
    <dgm:pt modelId="{EA3751A9-6312-448B-AD92-3EBD625F147D}" type="sibTrans" cxnId="{787C1E07-1C24-4D33-9009-1CBB2C68530D}">
      <dgm:prSet/>
      <dgm:spPr/>
      <dgm:t>
        <a:bodyPr/>
        <a:lstStyle/>
        <a:p>
          <a:endParaRPr lang="en-US"/>
        </a:p>
      </dgm:t>
    </dgm:pt>
    <dgm:pt modelId="{63EDE72D-88E4-41E1-B1BF-112F8AE2B53A}">
      <dgm:prSet/>
      <dgm:spPr/>
      <dgm:t>
        <a:bodyPr/>
        <a:lstStyle/>
        <a:p>
          <a:r>
            <a:rPr lang="en-IN" b="0" i="0"/>
            <a:t>Regularly review and update monitoring mechanisms.</a:t>
          </a:r>
          <a:endParaRPr lang="en-US"/>
        </a:p>
      </dgm:t>
    </dgm:pt>
    <dgm:pt modelId="{B0ED397F-0F65-4C40-B394-782A01C67F64}" type="parTrans" cxnId="{DA041E5B-64AF-47ED-B297-B4E415522B00}">
      <dgm:prSet/>
      <dgm:spPr/>
      <dgm:t>
        <a:bodyPr/>
        <a:lstStyle/>
        <a:p>
          <a:endParaRPr lang="en-US"/>
        </a:p>
      </dgm:t>
    </dgm:pt>
    <dgm:pt modelId="{CD122F01-18DC-4813-ABB1-D0FEF640F2A6}" type="sibTrans" cxnId="{DA041E5B-64AF-47ED-B297-B4E415522B00}">
      <dgm:prSet/>
      <dgm:spPr/>
      <dgm:t>
        <a:bodyPr/>
        <a:lstStyle/>
        <a:p>
          <a:endParaRPr lang="en-US"/>
        </a:p>
      </dgm:t>
    </dgm:pt>
    <dgm:pt modelId="{451FB9AF-6765-9842-8CBB-1DB820D6F7EF}" type="pres">
      <dgm:prSet presAssocID="{B21E6D55-5CFA-44A4-AE54-AB743DFB35B3}" presName="Name0" presStyleCnt="0">
        <dgm:presLayoutVars>
          <dgm:dir/>
          <dgm:animLvl val="lvl"/>
          <dgm:resizeHandles val="exact"/>
        </dgm:presLayoutVars>
      </dgm:prSet>
      <dgm:spPr/>
    </dgm:pt>
    <dgm:pt modelId="{F6A5B7DD-F0AC-FC4D-A82C-146B402DA7F3}" type="pres">
      <dgm:prSet presAssocID="{CD184780-CA40-45E3-BD0F-A550CB159A8F}" presName="composite" presStyleCnt="0"/>
      <dgm:spPr/>
    </dgm:pt>
    <dgm:pt modelId="{7A48C0B1-159D-BE44-B689-FE6FDA251492}" type="pres">
      <dgm:prSet presAssocID="{CD184780-CA40-45E3-BD0F-A550CB159A8F}" presName="parTx" presStyleLbl="alignNode1" presStyleIdx="0" presStyleCnt="5">
        <dgm:presLayoutVars>
          <dgm:chMax val="0"/>
          <dgm:chPref val="0"/>
        </dgm:presLayoutVars>
      </dgm:prSet>
      <dgm:spPr/>
    </dgm:pt>
    <dgm:pt modelId="{FC4A8F8D-4DBD-2543-B685-A8227E386338}" type="pres">
      <dgm:prSet presAssocID="{CD184780-CA40-45E3-BD0F-A550CB159A8F}" presName="desTx" presStyleLbl="alignAccFollowNode1" presStyleIdx="0" presStyleCnt="5">
        <dgm:presLayoutVars/>
      </dgm:prSet>
      <dgm:spPr/>
    </dgm:pt>
    <dgm:pt modelId="{41E88E9A-8490-6642-BCF9-DF4C568F9CB1}" type="pres">
      <dgm:prSet presAssocID="{0E11AAE7-42E7-41CA-8FC5-E595E7BBC5BD}" presName="space" presStyleCnt="0"/>
      <dgm:spPr/>
    </dgm:pt>
    <dgm:pt modelId="{CA115DE4-D08C-C446-A180-C6ED60E778CA}" type="pres">
      <dgm:prSet presAssocID="{1E5B76C3-A0D5-4CDB-A208-849BCEB725B6}" presName="composite" presStyleCnt="0"/>
      <dgm:spPr/>
    </dgm:pt>
    <dgm:pt modelId="{00516436-8C39-0741-98AD-97865318A965}" type="pres">
      <dgm:prSet presAssocID="{1E5B76C3-A0D5-4CDB-A208-849BCEB725B6}" presName="parTx" presStyleLbl="alignNode1" presStyleIdx="1" presStyleCnt="5">
        <dgm:presLayoutVars>
          <dgm:chMax val="0"/>
          <dgm:chPref val="0"/>
        </dgm:presLayoutVars>
      </dgm:prSet>
      <dgm:spPr/>
    </dgm:pt>
    <dgm:pt modelId="{93C9E512-44A9-164A-80AC-68D7DD6C40A5}" type="pres">
      <dgm:prSet presAssocID="{1E5B76C3-A0D5-4CDB-A208-849BCEB725B6}" presName="desTx" presStyleLbl="alignAccFollowNode1" presStyleIdx="1" presStyleCnt="5">
        <dgm:presLayoutVars/>
      </dgm:prSet>
      <dgm:spPr/>
    </dgm:pt>
    <dgm:pt modelId="{EC02A3CE-53E4-C041-B7D1-09A3A0ACCCE9}" type="pres">
      <dgm:prSet presAssocID="{FDA92B44-DF95-4397-B9A1-C0E6C8F66EDE}" presName="space" presStyleCnt="0"/>
      <dgm:spPr/>
    </dgm:pt>
    <dgm:pt modelId="{FE800797-22D5-AA42-86A8-6754CF74172F}" type="pres">
      <dgm:prSet presAssocID="{9EA5B975-EED8-47EA-B66F-EBD149860B18}" presName="composite" presStyleCnt="0"/>
      <dgm:spPr/>
    </dgm:pt>
    <dgm:pt modelId="{C7DC05E0-ADA3-2348-8EED-4F5AA5DB392D}" type="pres">
      <dgm:prSet presAssocID="{9EA5B975-EED8-47EA-B66F-EBD149860B18}" presName="parTx" presStyleLbl="alignNode1" presStyleIdx="2" presStyleCnt="5">
        <dgm:presLayoutVars>
          <dgm:chMax val="0"/>
          <dgm:chPref val="0"/>
        </dgm:presLayoutVars>
      </dgm:prSet>
      <dgm:spPr/>
    </dgm:pt>
    <dgm:pt modelId="{1859D789-24D6-EC47-A4C5-DEB6DDAF0AF8}" type="pres">
      <dgm:prSet presAssocID="{9EA5B975-EED8-47EA-B66F-EBD149860B18}" presName="desTx" presStyleLbl="alignAccFollowNode1" presStyleIdx="2" presStyleCnt="5">
        <dgm:presLayoutVars/>
      </dgm:prSet>
      <dgm:spPr/>
    </dgm:pt>
    <dgm:pt modelId="{0AAE09AD-889B-4B46-88BC-87D657A46C35}" type="pres">
      <dgm:prSet presAssocID="{C0CD2041-B032-42F2-9C86-74C50D633CDD}" presName="space" presStyleCnt="0"/>
      <dgm:spPr/>
    </dgm:pt>
    <dgm:pt modelId="{E5BF1806-D769-F448-A583-ADF371A2E16C}" type="pres">
      <dgm:prSet presAssocID="{E93A49C0-28D2-4F82-8A78-16B9EC0823CA}" presName="composite" presStyleCnt="0"/>
      <dgm:spPr/>
    </dgm:pt>
    <dgm:pt modelId="{4CDBE8E1-540D-B140-AA66-BFA6C39AA4C2}" type="pres">
      <dgm:prSet presAssocID="{E93A49C0-28D2-4F82-8A78-16B9EC0823CA}" presName="parTx" presStyleLbl="alignNode1" presStyleIdx="3" presStyleCnt="5">
        <dgm:presLayoutVars>
          <dgm:chMax val="0"/>
          <dgm:chPref val="0"/>
        </dgm:presLayoutVars>
      </dgm:prSet>
      <dgm:spPr/>
    </dgm:pt>
    <dgm:pt modelId="{75E0708F-0FC0-EF49-BAB4-E9A46C0442BB}" type="pres">
      <dgm:prSet presAssocID="{E93A49C0-28D2-4F82-8A78-16B9EC0823CA}" presName="desTx" presStyleLbl="alignAccFollowNode1" presStyleIdx="3" presStyleCnt="5">
        <dgm:presLayoutVars/>
      </dgm:prSet>
      <dgm:spPr/>
    </dgm:pt>
    <dgm:pt modelId="{21638477-7697-1444-9367-C320B3641B0A}" type="pres">
      <dgm:prSet presAssocID="{069CA31E-33D6-4207-9F02-8D4988F9A6C5}" presName="space" presStyleCnt="0"/>
      <dgm:spPr/>
    </dgm:pt>
    <dgm:pt modelId="{D0C1BB16-46B2-5640-B4BC-AC950F94A019}" type="pres">
      <dgm:prSet presAssocID="{9AAB148B-996E-46CC-A944-3514D9AC3293}" presName="composite" presStyleCnt="0"/>
      <dgm:spPr/>
    </dgm:pt>
    <dgm:pt modelId="{7B5C6CE9-4524-BE4A-B257-9D65E467A890}" type="pres">
      <dgm:prSet presAssocID="{9AAB148B-996E-46CC-A944-3514D9AC3293}" presName="parTx" presStyleLbl="alignNode1" presStyleIdx="4" presStyleCnt="5">
        <dgm:presLayoutVars>
          <dgm:chMax val="0"/>
          <dgm:chPref val="0"/>
        </dgm:presLayoutVars>
      </dgm:prSet>
      <dgm:spPr/>
    </dgm:pt>
    <dgm:pt modelId="{AB4DB331-B2F8-2E42-9A34-943300EE94B8}" type="pres">
      <dgm:prSet presAssocID="{9AAB148B-996E-46CC-A944-3514D9AC3293}" presName="desTx" presStyleLbl="alignAccFollowNode1" presStyleIdx="4" presStyleCnt="5">
        <dgm:presLayoutVars/>
      </dgm:prSet>
      <dgm:spPr/>
    </dgm:pt>
  </dgm:ptLst>
  <dgm:cxnLst>
    <dgm:cxn modelId="{787C1E07-1C24-4D33-9009-1CBB2C68530D}" srcId="{9AAB148B-996E-46CC-A944-3514D9AC3293}" destId="{E2A35DAB-AE76-48A6-8AC3-9E3F7B0792DC}" srcOrd="1" destOrd="0" parTransId="{2FE719A7-3050-4713-8DAD-40497062C589}" sibTransId="{EA3751A9-6312-448B-AD92-3EBD625F147D}"/>
    <dgm:cxn modelId="{90ECED12-C6A6-4641-B7FD-AC2E0D45F0A6}" type="presOf" srcId="{B21E6D55-5CFA-44A4-AE54-AB743DFB35B3}" destId="{451FB9AF-6765-9842-8CBB-1DB820D6F7EF}" srcOrd="0" destOrd="0" presId="urn:microsoft.com/office/officeart/2016/7/layout/ChevronBlockProcess"/>
    <dgm:cxn modelId="{FE951317-F37A-D644-9A93-B6BDCABFBF0A}" type="presOf" srcId="{9EA5B975-EED8-47EA-B66F-EBD149860B18}" destId="{C7DC05E0-ADA3-2348-8EED-4F5AA5DB392D}" srcOrd="0" destOrd="0" presId="urn:microsoft.com/office/officeart/2016/7/layout/ChevronBlockProcess"/>
    <dgm:cxn modelId="{3B8D581D-9FAA-6046-9FC9-BAC22FED99D2}" type="presOf" srcId="{9AAB148B-996E-46CC-A944-3514D9AC3293}" destId="{7B5C6CE9-4524-BE4A-B257-9D65E467A890}" srcOrd="0" destOrd="0" presId="urn:microsoft.com/office/officeart/2016/7/layout/ChevronBlockProcess"/>
    <dgm:cxn modelId="{DBBB5421-95F9-4BE8-9955-6809986F5A76}" srcId="{E93A49C0-28D2-4F82-8A78-16B9EC0823CA}" destId="{9D9FF6FA-F3E8-4F8C-8CD7-15C3A15B49F5}" srcOrd="2" destOrd="0" parTransId="{6D02A5B0-96C5-4B35-8B55-C45D323E58AF}" sibTransId="{90E7197D-B41A-4E22-A358-20DD3523FE3B}"/>
    <dgm:cxn modelId="{F5C73B2C-7FEA-9541-AF7F-D861EBE6FEC4}" type="presOf" srcId="{BC4A2CB0-B4FA-4A4B-90E3-16C05B766C90}" destId="{1859D789-24D6-EC47-A4C5-DEB6DDAF0AF8}" srcOrd="0" destOrd="2" presId="urn:microsoft.com/office/officeart/2016/7/layout/ChevronBlockProcess"/>
    <dgm:cxn modelId="{512D512D-D0E5-B049-9406-559F9D143B22}" type="presOf" srcId="{DD07006C-7D3C-4A4A-ACE4-2108EE0646A2}" destId="{1859D789-24D6-EC47-A4C5-DEB6DDAF0AF8}" srcOrd="0" destOrd="1" presId="urn:microsoft.com/office/officeart/2016/7/layout/ChevronBlockProcess"/>
    <dgm:cxn modelId="{0AA88732-BBCB-4668-A970-6751719140B1}" srcId="{1E5B76C3-A0D5-4CDB-A208-849BCEB725B6}" destId="{9B8D34DD-1990-40CE-9948-E1FA7C635C9F}" srcOrd="2" destOrd="0" parTransId="{E46CA39C-A6EE-4591-8114-2C8ABB949134}" sibTransId="{5FC6BC37-B8BE-4925-99BE-CFDBBC9AD196}"/>
    <dgm:cxn modelId="{A556CC32-A94B-9849-80C4-F724D36D27E3}" type="presOf" srcId="{D7726E92-8FC9-426A-B206-A9F69CB7C0CB}" destId="{93C9E512-44A9-164A-80AC-68D7DD6C40A5}" srcOrd="0" destOrd="0" presId="urn:microsoft.com/office/officeart/2016/7/layout/ChevronBlockProcess"/>
    <dgm:cxn modelId="{0CA58043-35B2-4A10-960A-A8F6A9D28921}" srcId="{B21E6D55-5CFA-44A4-AE54-AB743DFB35B3}" destId="{CD184780-CA40-45E3-BD0F-A550CB159A8F}" srcOrd="0" destOrd="0" parTransId="{61C01CA0-064D-4792-9437-806D51EE33A7}" sibTransId="{0E11AAE7-42E7-41CA-8FC5-E595E7BBC5BD}"/>
    <dgm:cxn modelId="{0FC6094F-E655-A94B-A3BF-BE6BD0C0A556}" type="presOf" srcId="{E93A49C0-28D2-4F82-8A78-16B9EC0823CA}" destId="{4CDBE8E1-540D-B140-AA66-BFA6C39AA4C2}" srcOrd="0" destOrd="0" presId="urn:microsoft.com/office/officeart/2016/7/layout/ChevronBlockProcess"/>
    <dgm:cxn modelId="{06295B54-5538-4A11-8E6A-8F0052CBE5C5}" srcId="{9EA5B975-EED8-47EA-B66F-EBD149860B18}" destId="{BC4A2CB0-B4FA-4A4B-90E3-16C05B766C90}" srcOrd="2" destOrd="0" parTransId="{7A85B71B-0F40-4D51-AA79-546078E42B0E}" sibTransId="{E3CE3277-EBFB-4AE0-9C1E-D9BC476B54AC}"/>
    <dgm:cxn modelId="{45984756-7EEF-1F40-B14A-CFF6338EAAC2}" type="presOf" srcId="{F7928855-FAC5-4B69-B7EA-F748EC8C1D6B}" destId="{FC4A8F8D-4DBD-2543-B685-A8227E386338}" srcOrd="0" destOrd="0" presId="urn:microsoft.com/office/officeart/2016/7/layout/ChevronBlockProcess"/>
    <dgm:cxn modelId="{DA041E5B-64AF-47ED-B297-B4E415522B00}" srcId="{9AAB148B-996E-46CC-A944-3514D9AC3293}" destId="{63EDE72D-88E4-41E1-B1BF-112F8AE2B53A}" srcOrd="2" destOrd="0" parTransId="{B0ED397F-0F65-4C40-B394-782A01C67F64}" sibTransId="{CD122F01-18DC-4813-ABB1-D0FEF640F2A6}"/>
    <dgm:cxn modelId="{686C6762-EA3F-AF44-B23E-5E13013968A6}" type="presOf" srcId="{9D9FF6FA-F3E8-4F8C-8CD7-15C3A15B49F5}" destId="{75E0708F-0FC0-EF49-BAB4-E9A46C0442BB}" srcOrd="0" destOrd="2" presId="urn:microsoft.com/office/officeart/2016/7/layout/ChevronBlockProcess"/>
    <dgm:cxn modelId="{87B8C962-655C-604A-9910-73BF54C15575}" type="presOf" srcId="{63EDE72D-88E4-41E1-B1BF-112F8AE2B53A}" destId="{AB4DB331-B2F8-2E42-9A34-943300EE94B8}" srcOrd="0" destOrd="2" presId="urn:microsoft.com/office/officeart/2016/7/layout/ChevronBlockProcess"/>
    <dgm:cxn modelId="{F2A2416B-186A-4AE5-B09C-C1C0B24A050E}" srcId="{B21E6D55-5CFA-44A4-AE54-AB743DFB35B3}" destId="{E93A49C0-28D2-4F82-8A78-16B9EC0823CA}" srcOrd="3" destOrd="0" parTransId="{BFC516F0-7576-44BD-99A3-319A8CD678E4}" sibTransId="{069CA31E-33D6-4207-9F02-8D4988F9A6C5}"/>
    <dgm:cxn modelId="{D2D32170-F5A3-D340-AE2A-27DA22BCFEC7}" type="presOf" srcId="{1E5B76C3-A0D5-4CDB-A208-849BCEB725B6}" destId="{00516436-8C39-0741-98AD-97865318A965}" srcOrd="0" destOrd="0" presId="urn:microsoft.com/office/officeart/2016/7/layout/ChevronBlockProcess"/>
    <dgm:cxn modelId="{E259CB78-9800-DC4C-A95B-84FA3A2F9E9F}" type="presOf" srcId="{CD184780-CA40-45E3-BD0F-A550CB159A8F}" destId="{7A48C0B1-159D-BE44-B689-FE6FDA251492}" srcOrd="0" destOrd="0" presId="urn:microsoft.com/office/officeart/2016/7/layout/ChevronBlockProcess"/>
    <dgm:cxn modelId="{DBB55283-2525-ED46-963D-FB7CD43983FB}" type="presOf" srcId="{9E8DE5A6-8C0B-4679-854B-D4D2B6F55492}" destId="{FC4A8F8D-4DBD-2543-B685-A8227E386338}" srcOrd="0" destOrd="2" presId="urn:microsoft.com/office/officeart/2016/7/layout/ChevronBlockProcess"/>
    <dgm:cxn modelId="{0CD7EC9B-C02E-DD4C-9518-FA658A2F8AB5}" type="presOf" srcId="{543F3AAD-8A0D-4A6B-A7F3-AEBE526E25E6}" destId="{AB4DB331-B2F8-2E42-9A34-943300EE94B8}" srcOrd="0" destOrd="0" presId="urn:microsoft.com/office/officeart/2016/7/layout/ChevronBlockProcess"/>
    <dgm:cxn modelId="{3CD2389D-D677-4640-9AD6-C0D6FB931A7F}" srcId="{1E5B76C3-A0D5-4CDB-A208-849BCEB725B6}" destId="{D6FDFA4D-B36A-4B01-A4F5-13FD41E9B918}" srcOrd="1" destOrd="0" parTransId="{1E9884C7-6397-47E2-8951-E23A75FBDE09}" sibTransId="{5339460D-461A-4267-BFA6-1293D6CA173D}"/>
    <dgm:cxn modelId="{65ED5C9F-C738-400F-B1E4-D090BCD907D8}" srcId="{CD184780-CA40-45E3-BD0F-A550CB159A8F}" destId="{523814DD-5C4F-460B-9F64-B6FCFC44B9EB}" srcOrd="1" destOrd="0" parTransId="{1F5F4F0B-CAA8-44A3-82C6-F3B4EFD74BFC}" sibTransId="{7E05B45E-1C37-4B87-A040-941AEED27B8F}"/>
    <dgm:cxn modelId="{C79237A1-BD13-4AFD-9452-10527787BCDF}" srcId="{CD184780-CA40-45E3-BD0F-A550CB159A8F}" destId="{F7928855-FAC5-4B69-B7EA-F748EC8C1D6B}" srcOrd="0" destOrd="0" parTransId="{A5DB571E-E543-4809-A797-692ABA3C25DC}" sibTransId="{90A6664A-8A87-4F83-AA90-A95FCCB216B3}"/>
    <dgm:cxn modelId="{811E83A5-CFAA-44CE-B26A-B683B6F7CA32}" srcId="{E93A49C0-28D2-4F82-8A78-16B9EC0823CA}" destId="{BC4BC835-4C34-48C1-9E67-86D91CF135ED}" srcOrd="1" destOrd="0" parTransId="{EA311A6D-5A4C-4455-BD4A-5E20D1F12E88}" sibTransId="{9E5E2E85-3782-431A-9F79-7D34D66AB41D}"/>
    <dgm:cxn modelId="{E02708A6-5651-8F4F-AEEE-A40B1C1464EE}" type="presOf" srcId="{239954A7-AF64-4AFF-9B56-2CDAD5ADC1DD}" destId="{75E0708F-0FC0-EF49-BAB4-E9A46C0442BB}" srcOrd="0" destOrd="0" presId="urn:microsoft.com/office/officeart/2016/7/layout/ChevronBlockProcess"/>
    <dgm:cxn modelId="{D0B180A7-EDBC-1A41-93BB-C37831C99AF1}" type="presOf" srcId="{E2A35DAB-AE76-48A6-8AC3-9E3F7B0792DC}" destId="{AB4DB331-B2F8-2E42-9A34-943300EE94B8}" srcOrd="0" destOrd="1" presId="urn:microsoft.com/office/officeart/2016/7/layout/ChevronBlockProcess"/>
    <dgm:cxn modelId="{AE5866C0-DFE4-4F3E-8BE5-F7AF04D83A08}" srcId="{E93A49C0-28D2-4F82-8A78-16B9EC0823CA}" destId="{239954A7-AF64-4AFF-9B56-2CDAD5ADC1DD}" srcOrd="0" destOrd="0" parTransId="{28E4637D-A3E8-4CC1-A52C-88CFD1780745}" sibTransId="{2ED9397A-1FCD-4AFC-89BF-770F54667365}"/>
    <dgm:cxn modelId="{A08B96C2-AAF9-4770-AC48-6CBF062337C4}" srcId="{B21E6D55-5CFA-44A4-AE54-AB743DFB35B3}" destId="{9AAB148B-996E-46CC-A944-3514D9AC3293}" srcOrd="4" destOrd="0" parTransId="{3016FDE4-0055-4537-8DBD-E68C150EDC21}" sibTransId="{620F2CF5-697B-472A-92B9-E95B77F7C884}"/>
    <dgm:cxn modelId="{BDEAE4C3-F59C-F64E-9478-05C66E5B0FDC}" type="presOf" srcId="{BC4BC835-4C34-48C1-9E67-86D91CF135ED}" destId="{75E0708F-0FC0-EF49-BAB4-E9A46C0442BB}" srcOrd="0" destOrd="1" presId="urn:microsoft.com/office/officeart/2016/7/layout/ChevronBlockProcess"/>
    <dgm:cxn modelId="{21D293D3-FFBE-8D4A-9980-B140FC6AD769}" type="presOf" srcId="{523814DD-5C4F-460B-9F64-B6FCFC44B9EB}" destId="{FC4A8F8D-4DBD-2543-B685-A8227E386338}" srcOrd="0" destOrd="1" presId="urn:microsoft.com/office/officeart/2016/7/layout/ChevronBlockProcess"/>
    <dgm:cxn modelId="{C4C822E2-6BE8-2D40-8948-A6EE760DFF5C}" type="presOf" srcId="{9B8D34DD-1990-40CE-9948-E1FA7C635C9F}" destId="{93C9E512-44A9-164A-80AC-68D7DD6C40A5}" srcOrd="0" destOrd="2" presId="urn:microsoft.com/office/officeart/2016/7/layout/ChevronBlockProcess"/>
    <dgm:cxn modelId="{C7DB6DE3-6A7E-4FB2-A032-3DD8E1FE6FDD}" srcId="{9EA5B975-EED8-47EA-B66F-EBD149860B18}" destId="{DD07006C-7D3C-4A4A-ACE4-2108EE0646A2}" srcOrd="1" destOrd="0" parTransId="{FBFB4877-1FC5-4F36-B85C-9D35921B0D1A}" sibTransId="{9D4A7A56-5313-4095-9E29-F29D4D2A10B3}"/>
    <dgm:cxn modelId="{8FAC07E7-A0DA-40D2-915D-5BF9883C8974}" srcId="{B21E6D55-5CFA-44A4-AE54-AB743DFB35B3}" destId="{1E5B76C3-A0D5-4CDB-A208-849BCEB725B6}" srcOrd="1" destOrd="0" parTransId="{07E9DD61-D93E-418E-B4A1-B7DD4FC7127D}" sibTransId="{FDA92B44-DF95-4397-B9A1-C0E6C8F66EDE}"/>
    <dgm:cxn modelId="{14BB9FE7-DE9B-43B8-A41A-844C9743D12F}" srcId="{1E5B76C3-A0D5-4CDB-A208-849BCEB725B6}" destId="{D7726E92-8FC9-426A-B206-A9F69CB7C0CB}" srcOrd="0" destOrd="0" parTransId="{9B4ABB3E-D3AB-490C-9B3A-A0183DC91D18}" sibTransId="{FFD5B084-3E83-4503-AF82-012CB2DDBAA2}"/>
    <dgm:cxn modelId="{0E915CE9-8707-4B43-A3F3-D729871B8D9D}" type="presOf" srcId="{CD3917D4-BF6D-45AA-9D33-5BBAC8DFAA05}" destId="{1859D789-24D6-EC47-A4C5-DEB6DDAF0AF8}" srcOrd="0" destOrd="0" presId="urn:microsoft.com/office/officeart/2016/7/layout/ChevronBlockProcess"/>
    <dgm:cxn modelId="{1C0BB2EB-F37C-4F49-B8D3-D6456F01C7C8}" srcId="{B21E6D55-5CFA-44A4-AE54-AB743DFB35B3}" destId="{9EA5B975-EED8-47EA-B66F-EBD149860B18}" srcOrd="2" destOrd="0" parTransId="{8B0BF5EF-209F-486B-9CD4-F626BBA9B526}" sibTransId="{C0CD2041-B032-42F2-9C86-74C50D633CDD}"/>
    <dgm:cxn modelId="{C45C2FEF-CBA2-4FF9-B212-2D657DB1C739}" srcId="{9EA5B975-EED8-47EA-B66F-EBD149860B18}" destId="{CD3917D4-BF6D-45AA-9D33-5BBAC8DFAA05}" srcOrd="0" destOrd="0" parTransId="{EA0F983C-AEE5-499B-A511-C404DCCD6D5B}" sibTransId="{DBD795F2-C945-43F9-B86D-ADFC100DDDFC}"/>
    <dgm:cxn modelId="{9F8EA4F1-21A6-4FC7-94A1-140D5B667E46}" srcId="{9AAB148B-996E-46CC-A944-3514D9AC3293}" destId="{543F3AAD-8A0D-4A6B-A7F3-AEBE526E25E6}" srcOrd="0" destOrd="0" parTransId="{A1E07BFC-539C-45CE-99A8-045AB3BD1B53}" sibTransId="{44DCE9EA-D195-418A-AE19-0D9E0249FC86}"/>
    <dgm:cxn modelId="{057B65F7-D48D-284D-B245-3371964DC607}" type="presOf" srcId="{D6FDFA4D-B36A-4B01-A4F5-13FD41E9B918}" destId="{93C9E512-44A9-164A-80AC-68D7DD6C40A5}" srcOrd="0" destOrd="1" presId="urn:microsoft.com/office/officeart/2016/7/layout/ChevronBlockProcess"/>
    <dgm:cxn modelId="{3D6381FE-7124-4D56-A953-30FC4B0584B2}" srcId="{CD184780-CA40-45E3-BD0F-A550CB159A8F}" destId="{9E8DE5A6-8C0B-4679-854B-D4D2B6F55492}" srcOrd="2" destOrd="0" parTransId="{2ED607C8-030E-4C6D-8C50-CE926CB2ADE8}" sibTransId="{3380B071-A29E-4F80-948C-E9B2AC985639}"/>
    <dgm:cxn modelId="{D7C1F91E-41DD-3A4B-80B7-7C7D2C1E25EC}" type="presParOf" srcId="{451FB9AF-6765-9842-8CBB-1DB820D6F7EF}" destId="{F6A5B7DD-F0AC-FC4D-A82C-146B402DA7F3}" srcOrd="0" destOrd="0" presId="urn:microsoft.com/office/officeart/2016/7/layout/ChevronBlockProcess"/>
    <dgm:cxn modelId="{60BEF0F8-BFA8-0645-B5C6-0F3193462EED}" type="presParOf" srcId="{F6A5B7DD-F0AC-FC4D-A82C-146B402DA7F3}" destId="{7A48C0B1-159D-BE44-B689-FE6FDA251492}" srcOrd="0" destOrd="0" presId="urn:microsoft.com/office/officeart/2016/7/layout/ChevronBlockProcess"/>
    <dgm:cxn modelId="{81AC4319-C2E2-124B-89B3-288870CC5196}" type="presParOf" srcId="{F6A5B7DD-F0AC-FC4D-A82C-146B402DA7F3}" destId="{FC4A8F8D-4DBD-2543-B685-A8227E386338}" srcOrd="1" destOrd="0" presId="urn:microsoft.com/office/officeart/2016/7/layout/ChevronBlockProcess"/>
    <dgm:cxn modelId="{8674D930-B9BC-E440-99F6-72010DDFC47D}" type="presParOf" srcId="{451FB9AF-6765-9842-8CBB-1DB820D6F7EF}" destId="{41E88E9A-8490-6642-BCF9-DF4C568F9CB1}" srcOrd="1" destOrd="0" presId="urn:microsoft.com/office/officeart/2016/7/layout/ChevronBlockProcess"/>
    <dgm:cxn modelId="{2444C6D0-7F59-BA46-ABF3-B32DE6DF90D7}" type="presParOf" srcId="{451FB9AF-6765-9842-8CBB-1DB820D6F7EF}" destId="{CA115DE4-D08C-C446-A180-C6ED60E778CA}" srcOrd="2" destOrd="0" presId="urn:microsoft.com/office/officeart/2016/7/layout/ChevronBlockProcess"/>
    <dgm:cxn modelId="{1518B4F0-6444-504A-A46E-55FA7315A3F5}" type="presParOf" srcId="{CA115DE4-D08C-C446-A180-C6ED60E778CA}" destId="{00516436-8C39-0741-98AD-97865318A965}" srcOrd="0" destOrd="0" presId="urn:microsoft.com/office/officeart/2016/7/layout/ChevronBlockProcess"/>
    <dgm:cxn modelId="{A5B7A71A-59D3-DE4E-A19E-B5E97E93E984}" type="presParOf" srcId="{CA115DE4-D08C-C446-A180-C6ED60E778CA}" destId="{93C9E512-44A9-164A-80AC-68D7DD6C40A5}" srcOrd="1" destOrd="0" presId="urn:microsoft.com/office/officeart/2016/7/layout/ChevronBlockProcess"/>
    <dgm:cxn modelId="{750D5A09-4CE4-124A-AC89-6C4EE34BD5DF}" type="presParOf" srcId="{451FB9AF-6765-9842-8CBB-1DB820D6F7EF}" destId="{EC02A3CE-53E4-C041-B7D1-09A3A0ACCCE9}" srcOrd="3" destOrd="0" presId="urn:microsoft.com/office/officeart/2016/7/layout/ChevronBlockProcess"/>
    <dgm:cxn modelId="{18E91DF3-737A-2B4D-A16A-003D0B29E620}" type="presParOf" srcId="{451FB9AF-6765-9842-8CBB-1DB820D6F7EF}" destId="{FE800797-22D5-AA42-86A8-6754CF74172F}" srcOrd="4" destOrd="0" presId="urn:microsoft.com/office/officeart/2016/7/layout/ChevronBlockProcess"/>
    <dgm:cxn modelId="{7F683DB7-0E80-B44B-AD4F-00DAF0CBE7D9}" type="presParOf" srcId="{FE800797-22D5-AA42-86A8-6754CF74172F}" destId="{C7DC05E0-ADA3-2348-8EED-4F5AA5DB392D}" srcOrd="0" destOrd="0" presId="urn:microsoft.com/office/officeart/2016/7/layout/ChevronBlockProcess"/>
    <dgm:cxn modelId="{F316C310-B29C-834D-AFC4-7FF1A33C404A}" type="presParOf" srcId="{FE800797-22D5-AA42-86A8-6754CF74172F}" destId="{1859D789-24D6-EC47-A4C5-DEB6DDAF0AF8}" srcOrd="1" destOrd="0" presId="urn:microsoft.com/office/officeart/2016/7/layout/ChevronBlockProcess"/>
    <dgm:cxn modelId="{DBCCD568-B89E-A944-8361-19E45F5CCDAB}" type="presParOf" srcId="{451FB9AF-6765-9842-8CBB-1DB820D6F7EF}" destId="{0AAE09AD-889B-4B46-88BC-87D657A46C35}" srcOrd="5" destOrd="0" presId="urn:microsoft.com/office/officeart/2016/7/layout/ChevronBlockProcess"/>
    <dgm:cxn modelId="{60D591B3-90F2-4745-BDE8-3FF0E2282FB6}" type="presParOf" srcId="{451FB9AF-6765-9842-8CBB-1DB820D6F7EF}" destId="{E5BF1806-D769-F448-A583-ADF371A2E16C}" srcOrd="6" destOrd="0" presId="urn:microsoft.com/office/officeart/2016/7/layout/ChevronBlockProcess"/>
    <dgm:cxn modelId="{99103596-C76E-D545-9613-243262AB342B}" type="presParOf" srcId="{E5BF1806-D769-F448-A583-ADF371A2E16C}" destId="{4CDBE8E1-540D-B140-AA66-BFA6C39AA4C2}" srcOrd="0" destOrd="0" presId="urn:microsoft.com/office/officeart/2016/7/layout/ChevronBlockProcess"/>
    <dgm:cxn modelId="{652B5058-63C2-BB44-893B-043E2EB340F8}" type="presParOf" srcId="{E5BF1806-D769-F448-A583-ADF371A2E16C}" destId="{75E0708F-0FC0-EF49-BAB4-E9A46C0442BB}" srcOrd="1" destOrd="0" presId="urn:microsoft.com/office/officeart/2016/7/layout/ChevronBlockProcess"/>
    <dgm:cxn modelId="{E1F13BE7-2CC3-544B-B388-12500971029D}" type="presParOf" srcId="{451FB9AF-6765-9842-8CBB-1DB820D6F7EF}" destId="{21638477-7697-1444-9367-C320B3641B0A}" srcOrd="7" destOrd="0" presId="urn:microsoft.com/office/officeart/2016/7/layout/ChevronBlockProcess"/>
    <dgm:cxn modelId="{84CE200F-5AF8-3547-B9DC-8C21174C89E0}" type="presParOf" srcId="{451FB9AF-6765-9842-8CBB-1DB820D6F7EF}" destId="{D0C1BB16-46B2-5640-B4BC-AC950F94A019}" srcOrd="8" destOrd="0" presId="urn:microsoft.com/office/officeart/2016/7/layout/ChevronBlockProcess"/>
    <dgm:cxn modelId="{E91860FB-6BA5-144B-83EA-4AEE8355224C}" type="presParOf" srcId="{D0C1BB16-46B2-5640-B4BC-AC950F94A019}" destId="{7B5C6CE9-4524-BE4A-B257-9D65E467A890}" srcOrd="0" destOrd="0" presId="urn:microsoft.com/office/officeart/2016/7/layout/ChevronBlockProcess"/>
    <dgm:cxn modelId="{5DED8F3B-1D46-EB4D-9076-F32CD4CEE8CB}" type="presParOf" srcId="{D0C1BB16-46B2-5640-B4BC-AC950F94A019}" destId="{AB4DB331-B2F8-2E42-9A34-943300EE94B8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B9A4AA2-9ABA-489E-BC54-BC01DBE61AF0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7CDFC5D-D67F-4C11-BA78-B5C247B96C2C}">
      <dgm:prSet/>
      <dgm:spPr/>
      <dgm:t>
        <a:bodyPr/>
        <a:lstStyle/>
        <a:p>
          <a:r>
            <a:rPr lang="en-IN" b="1" i="0"/>
            <a:t>Regulations Monitoring:</a:t>
          </a:r>
          <a:endParaRPr lang="en-US"/>
        </a:p>
      </dgm:t>
    </dgm:pt>
    <dgm:pt modelId="{1F492076-2E57-4986-A9CF-293D6C2ED944}" type="parTrans" cxnId="{DBF245F7-5A4A-4F38-BC8E-770A9B90E92F}">
      <dgm:prSet/>
      <dgm:spPr/>
      <dgm:t>
        <a:bodyPr/>
        <a:lstStyle/>
        <a:p>
          <a:endParaRPr lang="en-US"/>
        </a:p>
      </dgm:t>
    </dgm:pt>
    <dgm:pt modelId="{D1C3424D-4090-47E7-9D35-3E63992CC1B2}" type="sibTrans" cxnId="{DBF245F7-5A4A-4F38-BC8E-770A9B90E92F}">
      <dgm:prSet/>
      <dgm:spPr/>
      <dgm:t>
        <a:bodyPr/>
        <a:lstStyle/>
        <a:p>
          <a:endParaRPr lang="en-US"/>
        </a:p>
      </dgm:t>
    </dgm:pt>
    <dgm:pt modelId="{F5772C38-DCFA-4510-A492-C6B5895DE03B}">
      <dgm:prSet/>
      <dgm:spPr/>
      <dgm:t>
        <a:bodyPr/>
        <a:lstStyle/>
        <a:p>
          <a:r>
            <a:rPr lang="en-IN" b="0" i="0"/>
            <a:t>Assign responsibility for monitoring legal and regulatory changes.</a:t>
          </a:r>
          <a:endParaRPr lang="en-US"/>
        </a:p>
      </dgm:t>
    </dgm:pt>
    <dgm:pt modelId="{4BCADBA3-645C-4AC5-BBEE-A0E7FD0BA990}" type="parTrans" cxnId="{91F0B55D-0090-493D-86DA-D899590A2280}">
      <dgm:prSet/>
      <dgm:spPr/>
      <dgm:t>
        <a:bodyPr/>
        <a:lstStyle/>
        <a:p>
          <a:endParaRPr lang="en-US"/>
        </a:p>
      </dgm:t>
    </dgm:pt>
    <dgm:pt modelId="{779638DC-0801-42CB-837E-1CB1F171674F}" type="sibTrans" cxnId="{91F0B55D-0090-493D-86DA-D899590A2280}">
      <dgm:prSet/>
      <dgm:spPr/>
      <dgm:t>
        <a:bodyPr/>
        <a:lstStyle/>
        <a:p>
          <a:endParaRPr lang="en-US"/>
        </a:p>
      </dgm:t>
    </dgm:pt>
    <dgm:pt modelId="{E11B2551-C9A8-4F62-90C1-B88B8EDF0967}">
      <dgm:prSet/>
      <dgm:spPr/>
      <dgm:t>
        <a:bodyPr/>
        <a:lstStyle/>
        <a:p>
          <a:r>
            <a:rPr lang="en-IN" b="0" i="0"/>
            <a:t>Utilize automated tools for tracking updates.</a:t>
          </a:r>
          <a:endParaRPr lang="en-US"/>
        </a:p>
      </dgm:t>
    </dgm:pt>
    <dgm:pt modelId="{82B41B7B-FFB7-4A8E-96D0-2B64FDF1F70B}" type="parTrans" cxnId="{B9CE9047-602F-4FA8-B196-37CD8B291E72}">
      <dgm:prSet/>
      <dgm:spPr/>
      <dgm:t>
        <a:bodyPr/>
        <a:lstStyle/>
        <a:p>
          <a:endParaRPr lang="en-US"/>
        </a:p>
      </dgm:t>
    </dgm:pt>
    <dgm:pt modelId="{A65B5396-560A-4105-9E71-6FDD54658A2C}" type="sibTrans" cxnId="{B9CE9047-602F-4FA8-B196-37CD8B291E72}">
      <dgm:prSet/>
      <dgm:spPr/>
      <dgm:t>
        <a:bodyPr/>
        <a:lstStyle/>
        <a:p>
          <a:endParaRPr lang="en-US"/>
        </a:p>
      </dgm:t>
    </dgm:pt>
    <dgm:pt modelId="{DD2B1EB0-B4B5-40BA-8C6B-7C4D9CEB04F9}">
      <dgm:prSet/>
      <dgm:spPr/>
      <dgm:t>
        <a:bodyPr/>
        <a:lstStyle/>
        <a:p>
          <a:r>
            <a:rPr lang="en-IN" b="0" i="0"/>
            <a:t>Establish a system for immediate notification of relevant changes.</a:t>
          </a:r>
          <a:endParaRPr lang="en-US"/>
        </a:p>
      </dgm:t>
    </dgm:pt>
    <dgm:pt modelId="{D8635F30-BC34-4485-A207-B54E88643377}" type="parTrans" cxnId="{E6E1E211-6ECE-4598-AB38-CA625D017EA5}">
      <dgm:prSet/>
      <dgm:spPr/>
      <dgm:t>
        <a:bodyPr/>
        <a:lstStyle/>
        <a:p>
          <a:endParaRPr lang="en-US"/>
        </a:p>
      </dgm:t>
    </dgm:pt>
    <dgm:pt modelId="{0653382E-697A-4073-9603-4993528CA6F1}" type="sibTrans" cxnId="{E6E1E211-6ECE-4598-AB38-CA625D017EA5}">
      <dgm:prSet/>
      <dgm:spPr/>
      <dgm:t>
        <a:bodyPr/>
        <a:lstStyle/>
        <a:p>
          <a:endParaRPr lang="en-US"/>
        </a:p>
      </dgm:t>
    </dgm:pt>
    <dgm:pt modelId="{8AFC3A06-19E4-436D-95EA-1B4937E4FBE0}">
      <dgm:prSet/>
      <dgm:spPr/>
      <dgm:t>
        <a:bodyPr/>
        <a:lstStyle/>
        <a:p>
          <a:r>
            <a:rPr lang="en-IN" b="1" i="0"/>
            <a:t>Legal Reviews Establishment:</a:t>
          </a:r>
          <a:endParaRPr lang="en-US"/>
        </a:p>
      </dgm:t>
    </dgm:pt>
    <dgm:pt modelId="{FD59E006-0FAE-44F2-9FB9-2C32958179E5}" type="parTrans" cxnId="{6BAF88AD-83DE-4021-83C7-98E8188697C9}">
      <dgm:prSet/>
      <dgm:spPr/>
      <dgm:t>
        <a:bodyPr/>
        <a:lstStyle/>
        <a:p>
          <a:endParaRPr lang="en-US"/>
        </a:p>
      </dgm:t>
    </dgm:pt>
    <dgm:pt modelId="{2455FFC3-D338-4642-A772-63D3993A5036}" type="sibTrans" cxnId="{6BAF88AD-83DE-4021-83C7-98E8188697C9}">
      <dgm:prSet/>
      <dgm:spPr/>
      <dgm:t>
        <a:bodyPr/>
        <a:lstStyle/>
        <a:p>
          <a:endParaRPr lang="en-US"/>
        </a:p>
      </dgm:t>
    </dgm:pt>
    <dgm:pt modelId="{C6FB6A75-6865-47F9-AFC6-AE28E0A38944}">
      <dgm:prSet/>
      <dgm:spPr/>
      <dgm:t>
        <a:bodyPr/>
        <a:lstStyle/>
        <a:p>
          <a:r>
            <a:rPr lang="en-IN" b="0" i="0"/>
            <a:t>Establish a legal review process for project documentation.</a:t>
          </a:r>
          <a:endParaRPr lang="en-US"/>
        </a:p>
      </dgm:t>
    </dgm:pt>
    <dgm:pt modelId="{6669FC41-755E-483D-B656-82F616F5886D}" type="parTrans" cxnId="{3E12FF92-9D85-4F23-A88B-EC77AC19B0B0}">
      <dgm:prSet/>
      <dgm:spPr/>
      <dgm:t>
        <a:bodyPr/>
        <a:lstStyle/>
        <a:p>
          <a:endParaRPr lang="en-US"/>
        </a:p>
      </dgm:t>
    </dgm:pt>
    <dgm:pt modelId="{577283AF-C0D1-4A77-8C1E-BECB8570E126}" type="sibTrans" cxnId="{3E12FF92-9D85-4F23-A88B-EC77AC19B0B0}">
      <dgm:prSet/>
      <dgm:spPr/>
      <dgm:t>
        <a:bodyPr/>
        <a:lstStyle/>
        <a:p>
          <a:endParaRPr lang="en-US"/>
        </a:p>
      </dgm:t>
    </dgm:pt>
    <dgm:pt modelId="{2F157D69-BDC0-46DA-98B9-AC127B3B62AD}">
      <dgm:prSet/>
      <dgm:spPr/>
      <dgm:t>
        <a:bodyPr/>
        <a:lstStyle/>
        <a:p>
          <a:r>
            <a:rPr lang="en-IN" b="0" i="0"/>
            <a:t>Conduct regular legal reviews to ensure compliance.</a:t>
          </a:r>
          <a:endParaRPr lang="en-US"/>
        </a:p>
      </dgm:t>
    </dgm:pt>
    <dgm:pt modelId="{62725D6F-0820-4CCC-BC91-9EBCA6728808}" type="parTrans" cxnId="{82ABA1F7-9B27-4B87-9876-586630407104}">
      <dgm:prSet/>
      <dgm:spPr/>
      <dgm:t>
        <a:bodyPr/>
        <a:lstStyle/>
        <a:p>
          <a:endParaRPr lang="en-US"/>
        </a:p>
      </dgm:t>
    </dgm:pt>
    <dgm:pt modelId="{7E6C720A-E593-4055-B14C-ED4FF0482A12}" type="sibTrans" cxnId="{82ABA1F7-9B27-4B87-9876-586630407104}">
      <dgm:prSet/>
      <dgm:spPr/>
      <dgm:t>
        <a:bodyPr/>
        <a:lstStyle/>
        <a:p>
          <a:endParaRPr lang="en-US"/>
        </a:p>
      </dgm:t>
    </dgm:pt>
    <dgm:pt modelId="{F7CA0507-8E00-4735-BB52-06773C755067}">
      <dgm:prSet/>
      <dgm:spPr/>
      <dgm:t>
        <a:bodyPr/>
        <a:lstStyle/>
        <a:p>
          <a:r>
            <a:rPr lang="en-IN" b="0" i="0"/>
            <a:t>Document legal implications and required actions.</a:t>
          </a:r>
          <a:endParaRPr lang="en-US"/>
        </a:p>
      </dgm:t>
    </dgm:pt>
    <dgm:pt modelId="{38371AC3-0CA0-4F72-A1EA-36774BA005FF}" type="parTrans" cxnId="{1DE5E80C-5F82-4F9E-924A-38064D39ABF8}">
      <dgm:prSet/>
      <dgm:spPr/>
      <dgm:t>
        <a:bodyPr/>
        <a:lstStyle/>
        <a:p>
          <a:endParaRPr lang="en-US"/>
        </a:p>
      </dgm:t>
    </dgm:pt>
    <dgm:pt modelId="{3A1BD671-7093-49B0-9DB1-ABE8D4ECB247}" type="sibTrans" cxnId="{1DE5E80C-5F82-4F9E-924A-38064D39ABF8}">
      <dgm:prSet/>
      <dgm:spPr/>
      <dgm:t>
        <a:bodyPr/>
        <a:lstStyle/>
        <a:p>
          <a:endParaRPr lang="en-US"/>
        </a:p>
      </dgm:t>
    </dgm:pt>
    <dgm:pt modelId="{F1ABAEDE-6FD8-43A5-979E-072C8670F76F}">
      <dgm:prSet/>
      <dgm:spPr/>
      <dgm:t>
        <a:bodyPr/>
        <a:lstStyle/>
        <a:p>
          <a:r>
            <a:rPr lang="en-IN" b="1" i="0"/>
            <a:t>Collaboration with Experts:</a:t>
          </a:r>
          <a:endParaRPr lang="en-US"/>
        </a:p>
      </dgm:t>
    </dgm:pt>
    <dgm:pt modelId="{F0EC9665-4490-4877-8D4A-0B5A0924AAD1}" type="parTrans" cxnId="{70B43B0A-21BE-49AF-96D1-9E23F67EBF01}">
      <dgm:prSet/>
      <dgm:spPr/>
      <dgm:t>
        <a:bodyPr/>
        <a:lstStyle/>
        <a:p>
          <a:endParaRPr lang="en-US"/>
        </a:p>
      </dgm:t>
    </dgm:pt>
    <dgm:pt modelId="{91EBD4B3-CBE8-4F38-9749-984D2FFCE2D2}" type="sibTrans" cxnId="{70B43B0A-21BE-49AF-96D1-9E23F67EBF01}">
      <dgm:prSet/>
      <dgm:spPr/>
      <dgm:t>
        <a:bodyPr/>
        <a:lstStyle/>
        <a:p>
          <a:endParaRPr lang="en-US"/>
        </a:p>
      </dgm:t>
    </dgm:pt>
    <dgm:pt modelId="{8D87616C-916E-4721-BDD6-57B32161E626}">
      <dgm:prSet/>
      <dgm:spPr/>
      <dgm:t>
        <a:bodyPr/>
        <a:lstStyle/>
        <a:p>
          <a:r>
            <a:rPr lang="en-IN" b="0" i="0"/>
            <a:t>Collaborate with legal experts to interpret and navigate complex regulations.</a:t>
          </a:r>
          <a:endParaRPr lang="en-US"/>
        </a:p>
      </dgm:t>
    </dgm:pt>
    <dgm:pt modelId="{CBAD68C4-1F5C-46FE-A377-05B093AB2CDB}" type="parTrans" cxnId="{25A55EA1-8D49-4E26-8A77-F56182C92317}">
      <dgm:prSet/>
      <dgm:spPr/>
      <dgm:t>
        <a:bodyPr/>
        <a:lstStyle/>
        <a:p>
          <a:endParaRPr lang="en-US"/>
        </a:p>
      </dgm:t>
    </dgm:pt>
    <dgm:pt modelId="{6A5DC2EB-0636-440C-AA2C-AD33859814EB}" type="sibTrans" cxnId="{25A55EA1-8D49-4E26-8A77-F56182C92317}">
      <dgm:prSet/>
      <dgm:spPr/>
      <dgm:t>
        <a:bodyPr/>
        <a:lstStyle/>
        <a:p>
          <a:endParaRPr lang="en-US"/>
        </a:p>
      </dgm:t>
    </dgm:pt>
    <dgm:pt modelId="{83726D9A-DADD-432B-9161-AACC45C22DD2}">
      <dgm:prSet/>
      <dgm:spPr/>
      <dgm:t>
        <a:bodyPr/>
        <a:lstStyle/>
        <a:p>
          <a:r>
            <a:rPr lang="en-IN" b="0" i="0"/>
            <a:t>Seek legal advice on potential impacts and mitigation strategies.</a:t>
          </a:r>
          <a:endParaRPr lang="en-US"/>
        </a:p>
      </dgm:t>
    </dgm:pt>
    <dgm:pt modelId="{87057451-F45C-4AC0-966C-F85369222ADF}" type="parTrans" cxnId="{46343026-D4B5-4365-8345-2D79F5AB5B5A}">
      <dgm:prSet/>
      <dgm:spPr/>
      <dgm:t>
        <a:bodyPr/>
        <a:lstStyle/>
        <a:p>
          <a:endParaRPr lang="en-US"/>
        </a:p>
      </dgm:t>
    </dgm:pt>
    <dgm:pt modelId="{247711E7-B1C2-427A-8420-F4CD24D32BDA}" type="sibTrans" cxnId="{46343026-D4B5-4365-8345-2D79F5AB5B5A}">
      <dgm:prSet/>
      <dgm:spPr/>
      <dgm:t>
        <a:bodyPr/>
        <a:lstStyle/>
        <a:p>
          <a:endParaRPr lang="en-US"/>
        </a:p>
      </dgm:t>
    </dgm:pt>
    <dgm:pt modelId="{4E4788DD-1EE4-48A3-A61C-AED11ECC9E71}">
      <dgm:prSet/>
      <dgm:spPr/>
      <dgm:t>
        <a:bodyPr/>
        <a:lstStyle/>
        <a:p>
          <a:r>
            <a:rPr lang="en-IN" b="0" i="0"/>
            <a:t>Establish a legal feedback loop for ongoing compliance.</a:t>
          </a:r>
          <a:endParaRPr lang="en-US"/>
        </a:p>
      </dgm:t>
    </dgm:pt>
    <dgm:pt modelId="{CEDA50E0-91CB-4540-9FC5-2EF250A716FE}" type="parTrans" cxnId="{04A65077-95AB-478A-8F90-4711903B6829}">
      <dgm:prSet/>
      <dgm:spPr/>
      <dgm:t>
        <a:bodyPr/>
        <a:lstStyle/>
        <a:p>
          <a:endParaRPr lang="en-US"/>
        </a:p>
      </dgm:t>
    </dgm:pt>
    <dgm:pt modelId="{FAE8A4BF-D4E7-4C89-9DD4-77BC674229D0}" type="sibTrans" cxnId="{04A65077-95AB-478A-8F90-4711903B6829}">
      <dgm:prSet/>
      <dgm:spPr/>
      <dgm:t>
        <a:bodyPr/>
        <a:lstStyle/>
        <a:p>
          <a:endParaRPr lang="en-US"/>
        </a:p>
      </dgm:t>
    </dgm:pt>
    <dgm:pt modelId="{26C784F0-1457-41C9-8AF7-97B4646DA7DD}">
      <dgm:prSet/>
      <dgm:spPr/>
      <dgm:t>
        <a:bodyPr/>
        <a:lstStyle/>
        <a:p>
          <a:r>
            <a:rPr lang="en-IN" b="1" i="0"/>
            <a:t>Checks Implementation:</a:t>
          </a:r>
          <a:endParaRPr lang="en-US"/>
        </a:p>
      </dgm:t>
    </dgm:pt>
    <dgm:pt modelId="{45B5AD86-A127-4D44-BD7B-3C31B15B96E8}" type="parTrans" cxnId="{F446EAE8-B828-4C1C-B78C-E9544A231093}">
      <dgm:prSet/>
      <dgm:spPr/>
      <dgm:t>
        <a:bodyPr/>
        <a:lstStyle/>
        <a:p>
          <a:endParaRPr lang="en-US"/>
        </a:p>
      </dgm:t>
    </dgm:pt>
    <dgm:pt modelId="{C74FA542-A5A9-42A4-A9D1-D54154CDAA6D}" type="sibTrans" cxnId="{F446EAE8-B828-4C1C-B78C-E9544A231093}">
      <dgm:prSet/>
      <dgm:spPr/>
      <dgm:t>
        <a:bodyPr/>
        <a:lstStyle/>
        <a:p>
          <a:endParaRPr lang="en-US"/>
        </a:p>
      </dgm:t>
    </dgm:pt>
    <dgm:pt modelId="{553B0DBB-6A26-4AF6-858D-20A84774D3CF}">
      <dgm:prSet/>
      <dgm:spPr/>
      <dgm:t>
        <a:bodyPr/>
        <a:lstStyle/>
        <a:p>
          <a:r>
            <a:rPr lang="en-IN" b="0" i="0"/>
            <a:t>Implement regular checks to ensure ongoing compliance.</a:t>
          </a:r>
          <a:endParaRPr lang="en-US"/>
        </a:p>
      </dgm:t>
    </dgm:pt>
    <dgm:pt modelId="{A25FC37E-C976-4002-B0D9-CD18AE3A6FA8}" type="parTrans" cxnId="{53D24B4F-8C79-4747-9232-E27B74B4EC66}">
      <dgm:prSet/>
      <dgm:spPr/>
      <dgm:t>
        <a:bodyPr/>
        <a:lstStyle/>
        <a:p>
          <a:endParaRPr lang="en-US"/>
        </a:p>
      </dgm:t>
    </dgm:pt>
    <dgm:pt modelId="{CBC15C5C-AE42-47A4-BC50-D850656483F2}" type="sibTrans" cxnId="{53D24B4F-8C79-4747-9232-E27B74B4EC66}">
      <dgm:prSet/>
      <dgm:spPr/>
      <dgm:t>
        <a:bodyPr/>
        <a:lstStyle/>
        <a:p>
          <a:endParaRPr lang="en-US"/>
        </a:p>
      </dgm:t>
    </dgm:pt>
    <dgm:pt modelId="{649DC5BF-FB32-47FB-BCC5-A8FD4BD5A49C}">
      <dgm:prSet/>
      <dgm:spPr/>
      <dgm:t>
        <a:bodyPr/>
        <a:lstStyle/>
        <a:p>
          <a:r>
            <a:rPr lang="en-IN" b="0" i="0"/>
            <a:t>Update project processes and documentation based on regulatory changes.</a:t>
          </a:r>
          <a:endParaRPr lang="en-US"/>
        </a:p>
      </dgm:t>
    </dgm:pt>
    <dgm:pt modelId="{AA21225F-311C-4791-8069-6CEDEDB05BBE}" type="parTrans" cxnId="{998F1DAC-8075-4452-BF69-8B5F8C5385B6}">
      <dgm:prSet/>
      <dgm:spPr/>
      <dgm:t>
        <a:bodyPr/>
        <a:lstStyle/>
        <a:p>
          <a:endParaRPr lang="en-US"/>
        </a:p>
      </dgm:t>
    </dgm:pt>
    <dgm:pt modelId="{03B2C6B7-F799-43C3-A30B-9D6247307A56}" type="sibTrans" cxnId="{998F1DAC-8075-4452-BF69-8B5F8C5385B6}">
      <dgm:prSet/>
      <dgm:spPr/>
      <dgm:t>
        <a:bodyPr/>
        <a:lstStyle/>
        <a:p>
          <a:endParaRPr lang="en-US"/>
        </a:p>
      </dgm:t>
    </dgm:pt>
    <dgm:pt modelId="{FFEE4C65-7D31-439B-905E-287FC292B0A3}">
      <dgm:prSet/>
      <dgm:spPr/>
      <dgm:t>
        <a:bodyPr/>
        <a:lstStyle/>
        <a:p>
          <a:r>
            <a:rPr lang="en-IN" b="0" i="0"/>
            <a:t>Develop a contingency plan for swift adaptation to new requirements.</a:t>
          </a:r>
          <a:endParaRPr lang="en-US"/>
        </a:p>
      </dgm:t>
    </dgm:pt>
    <dgm:pt modelId="{34273937-242B-4B06-81AB-4D0A67DDC048}" type="parTrans" cxnId="{39B0140E-9502-4846-8352-D111D7642C78}">
      <dgm:prSet/>
      <dgm:spPr/>
      <dgm:t>
        <a:bodyPr/>
        <a:lstStyle/>
        <a:p>
          <a:endParaRPr lang="en-US"/>
        </a:p>
      </dgm:t>
    </dgm:pt>
    <dgm:pt modelId="{7E4A2AB2-DAD3-4204-9DB1-E0700707F6CC}" type="sibTrans" cxnId="{39B0140E-9502-4846-8352-D111D7642C78}">
      <dgm:prSet/>
      <dgm:spPr/>
      <dgm:t>
        <a:bodyPr/>
        <a:lstStyle/>
        <a:p>
          <a:endParaRPr lang="en-US"/>
        </a:p>
      </dgm:t>
    </dgm:pt>
    <dgm:pt modelId="{D1AA0249-6C1C-B74C-94A7-9B0FD18A58CB}" type="pres">
      <dgm:prSet presAssocID="{AB9A4AA2-9ABA-489E-BC54-BC01DBE61AF0}" presName="Name0" presStyleCnt="0">
        <dgm:presLayoutVars>
          <dgm:dir/>
          <dgm:animLvl val="lvl"/>
          <dgm:resizeHandles val="exact"/>
        </dgm:presLayoutVars>
      </dgm:prSet>
      <dgm:spPr/>
    </dgm:pt>
    <dgm:pt modelId="{D89DAE2B-2BEF-0649-8CC6-8A242612F72B}" type="pres">
      <dgm:prSet presAssocID="{07CDFC5D-D67F-4C11-BA78-B5C247B96C2C}" presName="composite" presStyleCnt="0"/>
      <dgm:spPr/>
    </dgm:pt>
    <dgm:pt modelId="{AC539688-1C8C-A846-BB72-3630B1E09A48}" type="pres">
      <dgm:prSet presAssocID="{07CDFC5D-D67F-4C11-BA78-B5C247B96C2C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F554C757-E5BD-8D4D-86E6-E6EF19E3BA7D}" type="pres">
      <dgm:prSet presAssocID="{07CDFC5D-D67F-4C11-BA78-B5C247B96C2C}" presName="desTx" presStyleLbl="alignAccFollowNode1" presStyleIdx="0" presStyleCnt="4">
        <dgm:presLayoutVars>
          <dgm:bulletEnabled val="1"/>
        </dgm:presLayoutVars>
      </dgm:prSet>
      <dgm:spPr/>
    </dgm:pt>
    <dgm:pt modelId="{A17983B0-C4DF-4242-8B16-180009D9542C}" type="pres">
      <dgm:prSet presAssocID="{D1C3424D-4090-47E7-9D35-3E63992CC1B2}" presName="space" presStyleCnt="0"/>
      <dgm:spPr/>
    </dgm:pt>
    <dgm:pt modelId="{E94A6507-9CC4-FB48-9718-FEC2503D4476}" type="pres">
      <dgm:prSet presAssocID="{8AFC3A06-19E4-436D-95EA-1B4937E4FBE0}" presName="composite" presStyleCnt="0"/>
      <dgm:spPr/>
    </dgm:pt>
    <dgm:pt modelId="{DD4F2BD4-8C07-B340-93A9-2EB98BB7D278}" type="pres">
      <dgm:prSet presAssocID="{8AFC3A06-19E4-436D-95EA-1B4937E4FBE0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8282A186-DC6F-6147-85FC-D80C0A1355D7}" type="pres">
      <dgm:prSet presAssocID="{8AFC3A06-19E4-436D-95EA-1B4937E4FBE0}" presName="desTx" presStyleLbl="alignAccFollowNode1" presStyleIdx="1" presStyleCnt="4">
        <dgm:presLayoutVars>
          <dgm:bulletEnabled val="1"/>
        </dgm:presLayoutVars>
      </dgm:prSet>
      <dgm:spPr/>
    </dgm:pt>
    <dgm:pt modelId="{FA677892-C39F-E94E-8089-A704DF63D260}" type="pres">
      <dgm:prSet presAssocID="{2455FFC3-D338-4642-A772-63D3993A5036}" presName="space" presStyleCnt="0"/>
      <dgm:spPr/>
    </dgm:pt>
    <dgm:pt modelId="{17FB55A2-F5C1-734D-857B-65316F9C89BE}" type="pres">
      <dgm:prSet presAssocID="{F1ABAEDE-6FD8-43A5-979E-072C8670F76F}" presName="composite" presStyleCnt="0"/>
      <dgm:spPr/>
    </dgm:pt>
    <dgm:pt modelId="{EF3AEB53-597C-9D43-AF13-B94B1BFE1142}" type="pres">
      <dgm:prSet presAssocID="{F1ABAEDE-6FD8-43A5-979E-072C8670F76F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7CE50EE5-C2CF-7741-B821-D4B9799E771C}" type="pres">
      <dgm:prSet presAssocID="{F1ABAEDE-6FD8-43A5-979E-072C8670F76F}" presName="desTx" presStyleLbl="alignAccFollowNode1" presStyleIdx="2" presStyleCnt="4">
        <dgm:presLayoutVars>
          <dgm:bulletEnabled val="1"/>
        </dgm:presLayoutVars>
      </dgm:prSet>
      <dgm:spPr/>
    </dgm:pt>
    <dgm:pt modelId="{686E0C18-E3C3-FD41-BE18-D07516330BD7}" type="pres">
      <dgm:prSet presAssocID="{91EBD4B3-CBE8-4F38-9749-984D2FFCE2D2}" presName="space" presStyleCnt="0"/>
      <dgm:spPr/>
    </dgm:pt>
    <dgm:pt modelId="{9F460245-B113-1745-8027-D6D2E57FE6AF}" type="pres">
      <dgm:prSet presAssocID="{26C784F0-1457-41C9-8AF7-97B4646DA7DD}" presName="composite" presStyleCnt="0"/>
      <dgm:spPr/>
    </dgm:pt>
    <dgm:pt modelId="{B938110B-6EB0-984C-A5DD-C02C45594BB9}" type="pres">
      <dgm:prSet presAssocID="{26C784F0-1457-41C9-8AF7-97B4646DA7DD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2FB5E1AD-61B0-064B-B65F-65624ACD8AF4}" type="pres">
      <dgm:prSet presAssocID="{26C784F0-1457-41C9-8AF7-97B4646DA7DD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1AF8BA01-E1E4-2849-9E4E-7E1DD31D8DCE}" type="presOf" srcId="{C6FB6A75-6865-47F9-AFC6-AE28E0A38944}" destId="{8282A186-DC6F-6147-85FC-D80C0A1355D7}" srcOrd="0" destOrd="0" presId="urn:microsoft.com/office/officeart/2005/8/layout/hList1"/>
    <dgm:cxn modelId="{70B43B0A-21BE-49AF-96D1-9E23F67EBF01}" srcId="{AB9A4AA2-9ABA-489E-BC54-BC01DBE61AF0}" destId="{F1ABAEDE-6FD8-43A5-979E-072C8670F76F}" srcOrd="2" destOrd="0" parTransId="{F0EC9665-4490-4877-8D4A-0B5A0924AAD1}" sibTransId="{91EBD4B3-CBE8-4F38-9749-984D2FFCE2D2}"/>
    <dgm:cxn modelId="{38CC440B-30FC-7448-AEAD-EFB3D3E1C594}" type="presOf" srcId="{E11B2551-C9A8-4F62-90C1-B88B8EDF0967}" destId="{F554C757-E5BD-8D4D-86E6-E6EF19E3BA7D}" srcOrd="0" destOrd="1" presId="urn:microsoft.com/office/officeart/2005/8/layout/hList1"/>
    <dgm:cxn modelId="{1DE5E80C-5F82-4F9E-924A-38064D39ABF8}" srcId="{8AFC3A06-19E4-436D-95EA-1B4937E4FBE0}" destId="{F7CA0507-8E00-4735-BB52-06773C755067}" srcOrd="2" destOrd="0" parTransId="{38371AC3-0CA0-4F72-A1EA-36774BA005FF}" sibTransId="{3A1BD671-7093-49B0-9DB1-ABE8D4ECB247}"/>
    <dgm:cxn modelId="{39B0140E-9502-4846-8352-D111D7642C78}" srcId="{26C784F0-1457-41C9-8AF7-97B4646DA7DD}" destId="{FFEE4C65-7D31-439B-905E-287FC292B0A3}" srcOrd="2" destOrd="0" parTransId="{34273937-242B-4B06-81AB-4D0A67DDC048}" sibTransId="{7E4A2AB2-DAD3-4204-9DB1-E0700707F6CC}"/>
    <dgm:cxn modelId="{E6E1E211-6ECE-4598-AB38-CA625D017EA5}" srcId="{07CDFC5D-D67F-4C11-BA78-B5C247B96C2C}" destId="{DD2B1EB0-B4B5-40BA-8C6B-7C4D9CEB04F9}" srcOrd="2" destOrd="0" parTransId="{D8635F30-BC34-4485-A207-B54E88643377}" sibTransId="{0653382E-697A-4073-9603-4993528CA6F1}"/>
    <dgm:cxn modelId="{3BAC2F12-2B0D-3B44-9971-510686D87037}" type="presOf" srcId="{2F157D69-BDC0-46DA-98B9-AC127B3B62AD}" destId="{8282A186-DC6F-6147-85FC-D80C0A1355D7}" srcOrd="0" destOrd="1" presId="urn:microsoft.com/office/officeart/2005/8/layout/hList1"/>
    <dgm:cxn modelId="{2B0CAB1B-8FA9-D64B-9449-A30BF4D06838}" type="presOf" srcId="{DD2B1EB0-B4B5-40BA-8C6B-7C4D9CEB04F9}" destId="{F554C757-E5BD-8D4D-86E6-E6EF19E3BA7D}" srcOrd="0" destOrd="2" presId="urn:microsoft.com/office/officeart/2005/8/layout/hList1"/>
    <dgm:cxn modelId="{F2CC0222-372C-FA4D-83CF-00D8404C9A1D}" type="presOf" srcId="{83726D9A-DADD-432B-9161-AACC45C22DD2}" destId="{7CE50EE5-C2CF-7741-B821-D4B9799E771C}" srcOrd="0" destOrd="1" presId="urn:microsoft.com/office/officeart/2005/8/layout/hList1"/>
    <dgm:cxn modelId="{46343026-D4B5-4365-8345-2D79F5AB5B5A}" srcId="{F1ABAEDE-6FD8-43A5-979E-072C8670F76F}" destId="{83726D9A-DADD-432B-9161-AACC45C22DD2}" srcOrd="1" destOrd="0" parTransId="{87057451-F45C-4AC0-966C-F85369222ADF}" sibTransId="{247711E7-B1C2-427A-8420-F4CD24D32BDA}"/>
    <dgm:cxn modelId="{DE12953E-F19E-5D45-A9CE-88B6AEFF1412}" type="presOf" srcId="{26C784F0-1457-41C9-8AF7-97B4646DA7DD}" destId="{B938110B-6EB0-984C-A5DD-C02C45594BB9}" srcOrd="0" destOrd="0" presId="urn:microsoft.com/office/officeart/2005/8/layout/hList1"/>
    <dgm:cxn modelId="{B9CE9047-602F-4FA8-B196-37CD8B291E72}" srcId="{07CDFC5D-D67F-4C11-BA78-B5C247B96C2C}" destId="{E11B2551-C9A8-4F62-90C1-B88B8EDF0967}" srcOrd="1" destOrd="0" parTransId="{82B41B7B-FFB7-4A8E-96D0-2B64FDF1F70B}" sibTransId="{A65B5396-560A-4105-9E71-6FDD54658A2C}"/>
    <dgm:cxn modelId="{53D24B4F-8C79-4747-9232-E27B74B4EC66}" srcId="{26C784F0-1457-41C9-8AF7-97B4646DA7DD}" destId="{553B0DBB-6A26-4AF6-858D-20A84774D3CF}" srcOrd="0" destOrd="0" parTransId="{A25FC37E-C976-4002-B0D9-CD18AE3A6FA8}" sibTransId="{CBC15C5C-AE42-47A4-BC50-D850656483F2}"/>
    <dgm:cxn modelId="{91F0B55D-0090-493D-86DA-D899590A2280}" srcId="{07CDFC5D-D67F-4C11-BA78-B5C247B96C2C}" destId="{F5772C38-DCFA-4510-A492-C6B5895DE03B}" srcOrd="0" destOrd="0" parTransId="{4BCADBA3-645C-4AC5-BBEE-A0E7FD0BA990}" sibTransId="{779638DC-0801-42CB-837E-1CB1F171674F}"/>
    <dgm:cxn modelId="{3A375D6A-37DD-9A41-99DC-15478352AD4F}" type="presOf" srcId="{8AFC3A06-19E4-436D-95EA-1B4937E4FBE0}" destId="{DD4F2BD4-8C07-B340-93A9-2EB98BB7D278}" srcOrd="0" destOrd="0" presId="urn:microsoft.com/office/officeart/2005/8/layout/hList1"/>
    <dgm:cxn modelId="{7465636E-0B8B-7B4B-B9DA-CA5112A0E199}" type="presOf" srcId="{07CDFC5D-D67F-4C11-BA78-B5C247B96C2C}" destId="{AC539688-1C8C-A846-BB72-3630B1E09A48}" srcOrd="0" destOrd="0" presId="urn:microsoft.com/office/officeart/2005/8/layout/hList1"/>
    <dgm:cxn modelId="{68450876-FBD2-1A42-9988-98F81F89E81D}" type="presOf" srcId="{553B0DBB-6A26-4AF6-858D-20A84774D3CF}" destId="{2FB5E1AD-61B0-064B-B65F-65624ACD8AF4}" srcOrd="0" destOrd="0" presId="urn:microsoft.com/office/officeart/2005/8/layout/hList1"/>
    <dgm:cxn modelId="{04A65077-95AB-478A-8F90-4711903B6829}" srcId="{F1ABAEDE-6FD8-43A5-979E-072C8670F76F}" destId="{4E4788DD-1EE4-48A3-A61C-AED11ECC9E71}" srcOrd="2" destOrd="0" parTransId="{CEDA50E0-91CB-4540-9FC5-2EF250A716FE}" sibTransId="{FAE8A4BF-D4E7-4C89-9DD4-77BC674229D0}"/>
    <dgm:cxn modelId="{E89D5578-1858-9041-9FB8-1CA99441977E}" type="presOf" srcId="{649DC5BF-FB32-47FB-BCC5-A8FD4BD5A49C}" destId="{2FB5E1AD-61B0-064B-B65F-65624ACD8AF4}" srcOrd="0" destOrd="1" presId="urn:microsoft.com/office/officeart/2005/8/layout/hList1"/>
    <dgm:cxn modelId="{9D4C157E-9CDF-BB48-8E3F-D1B6E76029F0}" type="presOf" srcId="{F7CA0507-8E00-4735-BB52-06773C755067}" destId="{8282A186-DC6F-6147-85FC-D80C0A1355D7}" srcOrd="0" destOrd="2" presId="urn:microsoft.com/office/officeart/2005/8/layout/hList1"/>
    <dgm:cxn modelId="{3E12FF92-9D85-4F23-A88B-EC77AC19B0B0}" srcId="{8AFC3A06-19E4-436D-95EA-1B4937E4FBE0}" destId="{C6FB6A75-6865-47F9-AFC6-AE28E0A38944}" srcOrd="0" destOrd="0" parTransId="{6669FC41-755E-483D-B656-82F616F5886D}" sibTransId="{577283AF-C0D1-4A77-8C1E-BECB8570E126}"/>
    <dgm:cxn modelId="{25A55EA1-8D49-4E26-8A77-F56182C92317}" srcId="{F1ABAEDE-6FD8-43A5-979E-072C8670F76F}" destId="{8D87616C-916E-4721-BDD6-57B32161E626}" srcOrd="0" destOrd="0" parTransId="{CBAD68C4-1F5C-46FE-A377-05B093AB2CDB}" sibTransId="{6A5DC2EB-0636-440C-AA2C-AD33859814EB}"/>
    <dgm:cxn modelId="{998F1DAC-8075-4452-BF69-8B5F8C5385B6}" srcId="{26C784F0-1457-41C9-8AF7-97B4646DA7DD}" destId="{649DC5BF-FB32-47FB-BCC5-A8FD4BD5A49C}" srcOrd="1" destOrd="0" parTransId="{AA21225F-311C-4791-8069-6CEDEDB05BBE}" sibTransId="{03B2C6B7-F799-43C3-A30B-9D6247307A56}"/>
    <dgm:cxn modelId="{815264AC-5413-BC4C-840A-9D8FA1C4F936}" type="presOf" srcId="{8D87616C-916E-4721-BDD6-57B32161E626}" destId="{7CE50EE5-C2CF-7741-B821-D4B9799E771C}" srcOrd="0" destOrd="0" presId="urn:microsoft.com/office/officeart/2005/8/layout/hList1"/>
    <dgm:cxn modelId="{6BAF88AD-83DE-4021-83C7-98E8188697C9}" srcId="{AB9A4AA2-9ABA-489E-BC54-BC01DBE61AF0}" destId="{8AFC3A06-19E4-436D-95EA-1B4937E4FBE0}" srcOrd="1" destOrd="0" parTransId="{FD59E006-0FAE-44F2-9FB9-2C32958179E5}" sibTransId="{2455FFC3-D338-4642-A772-63D3993A5036}"/>
    <dgm:cxn modelId="{FB7342B1-945B-CF41-AEBD-77B56D717BDA}" type="presOf" srcId="{FFEE4C65-7D31-439B-905E-287FC292B0A3}" destId="{2FB5E1AD-61B0-064B-B65F-65624ACD8AF4}" srcOrd="0" destOrd="2" presId="urn:microsoft.com/office/officeart/2005/8/layout/hList1"/>
    <dgm:cxn modelId="{A535CAC3-6A31-0C4C-8D77-790AD1B94913}" type="presOf" srcId="{F5772C38-DCFA-4510-A492-C6B5895DE03B}" destId="{F554C757-E5BD-8D4D-86E6-E6EF19E3BA7D}" srcOrd="0" destOrd="0" presId="urn:microsoft.com/office/officeart/2005/8/layout/hList1"/>
    <dgm:cxn modelId="{2E15D7DA-D2B9-314B-8EFC-D8F8513EAC78}" type="presOf" srcId="{F1ABAEDE-6FD8-43A5-979E-072C8670F76F}" destId="{EF3AEB53-597C-9D43-AF13-B94B1BFE1142}" srcOrd="0" destOrd="0" presId="urn:microsoft.com/office/officeart/2005/8/layout/hList1"/>
    <dgm:cxn modelId="{1CA179E3-0569-0646-B7C7-DD155341099C}" type="presOf" srcId="{AB9A4AA2-9ABA-489E-BC54-BC01DBE61AF0}" destId="{D1AA0249-6C1C-B74C-94A7-9B0FD18A58CB}" srcOrd="0" destOrd="0" presId="urn:microsoft.com/office/officeart/2005/8/layout/hList1"/>
    <dgm:cxn modelId="{F446EAE8-B828-4C1C-B78C-E9544A231093}" srcId="{AB9A4AA2-9ABA-489E-BC54-BC01DBE61AF0}" destId="{26C784F0-1457-41C9-8AF7-97B4646DA7DD}" srcOrd="3" destOrd="0" parTransId="{45B5AD86-A127-4D44-BD7B-3C31B15B96E8}" sibTransId="{C74FA542-A5A9-42A4-A9D1-D54154CDAA6D}"/>
    <dgm:cxn modelId="{5039B3F6-5D9E-B348-A752-54CF3F8C2B7E}" type="presOf" srcId="{4E4788DD-1EE4-48A3-A61C-AED11ECC9E71}" destId="{7CE50EE5-C2CF-7741-B821-D4B9799E771C}" srcOrd="0" destOrd="2" presId="urn:microsoft.com/office/officeart/2005/8/layout/hList1"/>
    <dgm:cxn modelId="{DBF245F7-5A4A-4F38-BC8E-770A9B90E92F}" srcId="{AB9A4AA2-9ABA-489E-BC54-BC01DBE61AF0}" destId="{07CDFC5D-D67F-4C11-BA78-B5C247B96C2C}" srcOrd="0" destOrd="0" parTransId="{1F492076-2E57-4986-A9CF-293D6C2ED944}" sibTransId="{D1C3424D-4090-47E7-9D35-3E63992CC1B2}"/>
    <dgm:cxn modelId="{82ABA1F7-9B27-4B87-9876-586630407104}" srcId="{8AFC3A06-19E4-436D-95EA-1B4937E4FBE0}" destId="{2F157D69-BDC0-46DA-98B9-AC127B3B62AD}" srcOrd="1" destOrd="0" parTransId="{62725D6F-0820-4CCC-BC91-9EBCA6728808}" sibTransId="{7E6C720A-E593-4055-B14C-ED4FF0482A12}"/>
    <dgm:cxn modelId="{3512D701-9D07-DE45-AB05-ADB0AD909264}" type="presParOf" srcId="{D1AA0249-6C1C-B74C-94A7-9B0FD18A58CB}" destId="{D89DAE2B-2BEF-0649-8CC6-8A242612F72B}" srcOrd="0" destOrd="0" presId="urn:microsoft.com/office/officeart/2005/8/layout/hList1"/>
    <dgm:cxn modelId="{C65C3D58-4E48-2F42-AAB6-C2924C318856}" type="presParOf" srcId="{D89DAE2B-2BEF-0649-8CC6-8A242612F72B}" destId="{AC539688-1C8C-A846-BB72-3630B1E09A48}" srcOrd="0" destOrd="0" presId="urn:microsoft.com/office/officeart/2005/8/layout/hList1"/>
    <dgm:cxn modelId="{2D092EFE-E4EC-1144-A5C6-B8BF327098DE}" type="presParOf" srcId="{D89DAE2B-2BEF-0649-8CC6-8A242612F72B}" destId="{F554C757-E5BD-8D4D-86E6-E6EF19E3BA7D}" srcOrd="1" destOrd="0" presId="urn:microsoft.com/office/officeart/2005/8/layout/hList1"/>
    <dgm:cxn modelId="{ACF3C208-7AE4-0145-821C-7F3B7CA5898B}" type="presParOf" srcId="{D1AA0249-6C1C-B74C-94A7-9B0FD18A58CB}" destId="{A17983B0-C4DF-4242-8B16-180009D9542C}" srcOrd="1" destOrd="0" presId="urn:microsoft.com/office/officeart/2005/8/layout/hList1"/>
    <dgm:cxn modelId="{DA7F7AB7-21D4-F04C-AEF5-7AF4C680C81E}" type="presParOf" srcId="{D1AA0249-6C1C-B74C-94A7-9B0FD18A58CB}" destId="{E94A6507-9CC4-FB48-9718-FEC2503D4476}" srcOrd="2" destOrd="0" presId="urn:microsoft.com/office/officeart/2005/8/layout/hList1"/>
    <dgm:cxn modelId="{1AE2623A-2F4F-5246-A315-C1D5C6BE528D}" type="presParOf" srcId="{E94A6507-9CC4-FB48-9718-FEC2503D4476}" destId="{DD4F2BD4-8C07-B340-93A9-2EB98BB7D278}" srcOrd="0" destOrd="0" presId="urn:microsoft.com/office/officeart/2005/8/layout/hList1"/>
    <dgm:cxn modelId="{65EA9E6A-AA37-5349-8F79-BC3AFD852FED}" type="presParOf" srcId="{E94A6507-9CC4-FB48-9718-FEC2503D4476}" destId="{8282A186-DC6F-6147-85FC-D80C0A1355D7}" srcOrd="1" destOrd="0" presId="urn:microsoft.com/office/officeart/2005/8/layout/hList1"/>
    <dgm:cxn modelId="{546F6FD3-2B9C-6142-8BF0-1BA9BDF0E5E4}" type="presParOf" srcId="{D1AA0249-6C1C-B74C-94A7-9B0FD18A58CB}" destId="{FA677892-C39F-E94E-8089-A704DF63D260}" srcOrd="3" destOrd="0" presId="urn:microsoft.com/office/officeart/2005/8/layout/hList1"/>
    <dgm:cxn modelId="{44BA6ADA-0FF0-9948-AF43-4437C40DB974}" type="presParOf" srcId="{D1AA0249-6C1C-B74C-94A7-9B0FD18A58CB}" destId="{17FB55A2-F5C1-734D-857B-65316F9C89BE}" srcOrd="4" destOrd="0" presId="urn:microsoft.com/office/officeart/2005/8/layout/hList1"/>
    <dgm:cxn modelId="{69721373-4E01-6040-A1F8-372309EF6363}" type="presParOf" srcId="{17FB55A2-F5C1-734D-857B-65316F9C89BE}" destId="{EF3AEB53-597C-9D43-AF13-B94B1BFE1142}" srcOrd="0" destOrd="0" presId="urn:microsoft.com/office/officeart/2005/8/layout/hList1"/>
    <dgm:cxn modelId="{3DAED853-A24E-DE40-8E7D-E104CEE28D9A}" type="presParOf" srcId="{17FB55A2-F5C1-734D-857B-65316F9C89BE}" destId="{7CE50EE5-C2CF-7741-B821-D4B9799E771C}" srcOrd="1" destOrd="0" presId="urn:microsoft.com/office/officeart/2005/8/layout/hList1"/>
    <dgm:cxn modelId="{5DB3DF8A-7F08-9249-BE59-F9447640E529}" type="presParOf" srcId="{D1AA0249-6C1C-B74C-94A7-9B0FD18A58CB}" destId="{686E0C18-E3C3-FD41-BE18-D07516330BD7}" srcOrd="5" destOrd="0" presId="urn:microsoft.com/office/officeart/2005/8/layout/hList1"/>
    <dgm:cxn modelId="{8003C7AB-5DE3-B343-8663-3CDEDB96E56F}" type="presParOf" srcId="{D1AA0249-6C1C-B74C-94A7-9B0FD18A58CB}" destId="{9F460245-B113-1745-8027-D6D2E57FE6AF}" srcOrd="6" destOrd="0" presId="urn:microsoft.com/office/officeart/2005/8/layout/hList1"/>
    <dgm:cxn modelId="{655DD63F-A418-2C4D-B9B5-98F48A9C9F91}" type="presParOf" srcId="{9F460245-B113-1745-8027-D6D2E57FE6AF}" destId="{B938110B-6EB0-984C-A5DD-C02C45594BB9}" srcOrd="0" destOrd="0" presId="urn:microsoft.com/office/officeart/2005/8/layout/hList1"/>
    <dgm:cxn modelId="{59C2E7FA-551A-F441-B706-429CE00FB475}" type="presParOf" srcId="{9F460245-B113-1745-8027-D6D2E57FE6AF}" destId="{2FB5E1AD-61B0-064B-B65F-65624ACD8AF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6FE2527-4C7A-43F8-BE52-766597DD77A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C29E396-2167-4CC1-8444-0857D21151A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 i="0"/>
            <a:t>Assessments Conduct</a:t>
          </a:r>
          <a:endParaRPr lang="en-US"/>
        </a:p>
      </dgm:t>
    </dgm:pt>
    <dgm:pt modelId="{BDD28140-E2B8-4A50-865A-76C72AEC00F1}" type="parTrans" cxnId="{FB1D2DBE-14D3-4289-A573-4A39F6060116}">
      <dgm:prSet/>
      <dgm:spPr/>
      <dgm:t>
        <a:bodyPr/>
        <a:lstStyle/>
        <a:p>
          <a:endParaRPr lang="en-US"/>
        </a:p>
      </dgm:t>
    </dgm:pt>
    <dgm:pt modelId="{4FE77CB7-F13B-43C2-BF78-701DF6C510F6}" type="sibTrans" cxnId="{FB1D2DBE-14D3-4289-A573-4A39F6060116}">
      <dgm:prSet/>
      <dgm:spPr/>
      <dgm:t>
        <a:bodyPr/>
        <a:lstStyle/>
        <a:p>
          <a:endParaRPr lang="en-US"/>
        </a:p>
      </dgm:t>
    </dgm:pt>
    <dgm:pt modelId="{EF0A10B8-3505-4A80-B920-3F2D6683F7D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Conduct thorough assessments of vendor capabilities and reliability.</a:t>
          </a:r>
          <a:endParaRPr lang="en-US"/>
        </a:p>
      </dgm:t>
    </dgm:pt>
    <dgm:pt modelId="{4D10A767-39E8-4DB8-BE8B-681557513EBB}" type="parTrans" cxnId="{9F084496-EBE8-4DB9-91D1-BDD82A215286}">
      <dgm:prSet/>
      <dgm:spPr/>
      <dgm:t>
        <a:bodyPr/>
        <a:lstStyle/>
        <a:p>
          <a:endParaRPr lang="en-US"/>
        </a:p>
      </dgm:t>
    </dgm:pt>
    <dgm:pt modelId="{0E5ACB10-49EB-405F-AA49-9F8B42A333C1}" type="sibTrans" cxnId="{9F084496-EBE8-4DB9-91D1-BDD82A215286}">
      <dgm:prSet/>
      <dgm:spPr/>
      <dgm:t>
        <a:bodyPr/>
        <a:lstStyle/>
        <a:p>
          <a:endParaRPr lang="en-US"/>
        </a:p>
      </dgm:t>
    </dgm:pt>
    <dgm:pt modelId="{CFF005F1-E9EF-401B-A3BC-65FC672F1C2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Evaluate historical performance and client feedback.</a:t>
          </a:r>
          <a:endParaRPr lang="en-US"/>
        </a:p>
      </dgm:t>
    </dgm:pt>
    <dgm:pt modelId="{B4E5C9BF-B86F-4183-8191-83D1CB538239}" type="parTrans" cxnId="{4493FC82-60E2-4EF1-BF15-946B776C8D96}">
      <dgm:prSet/>
      <dgm:spPr/>
      <dgm:t>
        <a:bodyPr/>
        <a:lstStyle/>
        <a:p>
          <a:endParaRPr lang="en-US"/>
        </a:p>
      </dgm:t>
    </dgm:pt>
    <dgm:pt modelId="{49BD794F-A008-4C20-BEF1-A8BA3DDFC65A}" type="sibTrans" cxnId="{4493FC82-60E2-4EF1-BF15-946B776C8D96}">
      <dgm:prSet/>
      <dgm:spPr/>
      <dgm:t>
        <a:bodyPr/>
        <a:lstStyle/>
        <a:p>
          <a:endParaRPr lang="en-US"/>
        </a:p>
      </dgm:t>
    </dgm:pt>
    <dgm:pt modelId="{EAE6DB8C-6064-4844-AF51-A2A8C7B414A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Utilize standardized assessment criteria for objectivity.</a:t>
          </a:r>
          <a:endParaRPr lang="en-US"/>
        </a:p>
      </dgm:t>
    </dgm:pt>
    <dgm:pt modelId="{A80B1FCE-5ADA-41DD-9E7A-C4337FE88EEE}" type="parTrans" cxnId="{63D29A39-9F29-4275-8858-C14A64F00C8F}">
      <dgm:prSet/>
      <dgm:spPr/>
      <dgm:t>
        <a:bodyPr/>
        <a:lstStyle/>
        <a:p>
          <a:endParaRPr lang="en-US"/>
        </a:p>
      </dgm:t>
    </dgm:pt>
    <dgm:pt modelId="{EFCC83E2-DBF4-4AEA-8888-2E243B9C5BFC}" type="sibTrans" cxnId="{63D29A39-9F29-4275-8858-C14A64F00C8F}">
      <dgm:prSet/>
      <dgm:spPr/>
      <dgm:t>
        <a:bodyPr/>
        <a:lstStyle/>
        <a:p>
          <a:endParaRPr lang="en-US"/>
        </a:p>
      </dgm:t>
    </dgm:pt>
    <dgm:pt modelId="{74D70DED-5E42-4E83-8ED6-C8C008EE6A6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 i="0"/>
            <a:t>Channels Establishment</a:t>
          </a:r>
          <a:endParaRPr lang="en-US"/>
        </a:p>
      </dgm:t>
    </dgm:pt>
    <dgm:pt modelId="{3CBCAB27-148F-4A8D-90EC-B8EDEA759AE2}" type="parTrans" cxnId="{BE8D7D1F-5445-47FE-93EE-79DD9D60F67A}">
      <dgm:prSet/>
      <dgm:spPr/>
      <dgm:t>
        <a:bodyPr/>
        <a:lstStyle/>
        <a:p>
          <a:endParaRPr lang="en-US"/>
        </a:p>
      </dgm:t>
    </dgm:pt>
    <dgm:pt modelId="{5FCE8577-C66B-457D-BA87-E42AE76B80C1}" type="sibTrans" cxnId="{BE8D7D1F-5445-47FE-93EE-79DD9D60F67A}">
      <dgm:prSet/>
      <dgm:spPr/>
      <dgm:t>
        <a:bodyPr/>
        <a:lstStyle/>
        <a:p>
          <a:endParaRPr lang="en-US"/>
        </a:p>
      </dgm:t>
    </dgm:pt>
    <dgm:pt modelId="{968DB91D-FAD3-46AB-AF1C-B8EA4D98F89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Establish clear communication channels with vendors.</a:t>
          </a:r>
          <a:endParaRPr lang="en-US"/>
        </a:p>
      </dgm:t>
    </dgm:pt>
    <dgm:pt modelId="{F15C7BC0-122C-4AA2-9588-4D3C6F77297B}" type="parTrans" cxnId="{932D9127-3D2F-4C8B-AFFB-50E21AF50E39}">
      <dgm:prSet/>
      <dgm:spPr/>
      <dgm:t>
        <a:bodyPr/>
        <a:lstStyle/>
        <a:p>
          <a:endParaRPr lang="en-US"/>
        </a:p>
      </dgm:t>
    </dgm:pt>
    <dgm:pt modelId="{9D0F2904-B2AC-4BC1-823E-9B2FDB1A784E}" type="sibTrans" cxnId="{932D9127-3D2F-4C8B-AFFB-50E21AF50E39}">
      <dgm:prSet/>
      <dgm:spPr/>
      <dgm:t>
        <a:bodyPr/>
        <a:lstStyle/>
        <a:p>
          <a:endParaRPr lang="en-US"/>
        </a:p>
      </dgm:t>
    </dgm:pt>
    <dgm:pt modelId="{FC26F427-DD2A-4CEE-83B2-4955A31700E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Regularly review project goals and expectations.</a:t>
          </a:r>
          <a:endParaRPr lang="en-US"/>
        </a:p>
      </dgm:t>
    </dgm:pt>
    <dgm:pt modelId="{9F6F686A-D971-4052-B3A4-47ACAF6867E1}" type="parTrans" cxnId="{B6EFC9EA-60BD-4E6F-BD09-749435895AE8}">
      <dgm:prSet/>
      <dgm:spPr/>
      <dgm:t>
        <a:bodyPr/>
        <a:lstStyle/>
        <a:p>
          <a:endParaRPr lang="en-US"/>
        </a:p>
      </dgm:t>
    </dgm:pt>
    <dgm:pt modelId="{D245DB94-12C9-4115-B03C-57764B41ABF2}" type="sibTrans" cxnId="{B6EFC9EA-60BD-4E6F-BD09-749435895AE8}">
      <dgm:prSet/>
      <dgm:spPr/>
      <dgm:t>
        <a:bodyPr/>
        <a:lstStyle/>
        <a:p>
          <a:endParaRPr lang="en-US"/>
        </a:p>
      </dgm:t>
    </dgm:pt>
    <dgm:pt modelId="{B6D34265-DD3F-41A5-990F-31D26B5BC57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Foster a collaborative relationship through open communication.</a:t>
          </a:r>
          <a:endParaRPr lang="en-US"/>
        </a:p>
      </dgm:t>
    </dgm:pt>
    <dgm:pt modelId="{87C5542E-4957-41EF-AAB5-5F65506F87E6}" type="parTrans" cxnId="{89DDF846-66EA-4C5C-8D11-EBE04B0DE9D2}">
      <dgm:prSet/>
      <dgm:spPr/>
      <dgm:t>
        <a:bodyPr/>
        <a:lstStyle/>
        <a:p>
          <a:endParaRPr lang="en-US"/>
        </a:p>
      </dgm:t>
    </dgm:pt>
    <dgm:pt modelId="{7BEC3B92-42CD-484E-8B51-ACAA5EFBC58B}" type="sibTrans" cxnId="{89DDF846-66EA-4C5C-8D11-EBE04B0DE9D2}">
      <dgm:prSet/>
      <dgm:spPr/>
      <dgm:t>
        <a:bodyPr/>
        <a:lstStyle/>
        <a:p>
          <a:endParaRPr lang="en-US"/>
        </a:p>
      </dgm:t>
    </dgm:pt>
    <dgm:pt modelId="{C2CA7035-8B79-4644-899F-5AD0B3CC711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 i="0"/>
            <a:t>Contingency Plan Development</a:t>
          </a:r>
          <a:endParaRPr lang="en-US"/>
        </a:p>
      </dgm:t>
    </dgm:pt>
    <dgm:pt modelId="{0BD3D037-FEA1-4E72-B4CD-1544D521CB2B}" type="parTrans" cxnId="{9855E024-8150-4E79-9354-3C6F60325C12}">
      <dgm:prSet/>
      <dgm:spPr/>
      <dgm:t>
        <a:bodyPr/>
        <a:lstStyle/>
        <a:p>
          <a:endParaRPr lang="en-US"/>
        </a:p>
      </dgm:t>
    </dgm:pt>
    <dgm:pt modelId="{9B32E438-C120-4C86-9867-1EAF0B2114B7}" type="sibTrans" cxnId="{9855E024-8150-4E79-9354-3C6F60325C12}">
      <dgm:prSet/>
      <dgm:spPr/>
      <dgm:t>
        <a:bodyPr/>
        <a:lstStyle/>
        <a:p>
          <a:endParaRPr lang="en-US"/>
        </a:p>
      </dgm:t>
    </dgm:pt>
    <dgm:pt modelId="{B4EDCDFE-ECF5-4CB6-9EF1-6840B995318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Develop a contingency plan for potential vendor-related issues.</a:t>
          </a:r>
          <a:endParaRPr lang="en-US"/>
        </a:p>
      </dgm:t>
    </dgm:pt>
    <dgm:pt modelId="{CE2A5D80-C31D-4448-AFE1-A1A56DB70649}" type="parTrans" cxnId="{3CFF0EAB-6F60-4CE0-80F8-77A6BACE00E0}">
      <dgm:prSet/>
      <dgm:spPr/>
      <dgm:t>
        <a:bodyPr/>
        <a:lstStyle/>
        <a:p>
          <a:endParaRPr lang="en-US"/>
        </a:p>
      </dgm:t>
    </dgm:pt>
    <dgm:pt modelId="{EEEF0D0B-6098-46B7-901A-85A3B404060A}" type="sibTrans" cxnId="{3CFF0EAB-6F60-4CE0-80F8-77A6BACE00E0}">
      <dgm:prSet/>
      <dgm:spPr/>
      <dgm:t>
        <a:bodyPr/>
        <a:lstStyle/>
        <a:p>
          <a:endParaRPr lang="en-US"/>
        </a:p>
      </dgm:t>
    </dgm:pt>
    <dgm:pt modelId="{C465FC29-A7B7-4B11-8395-709A1A49AB6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Identify alternative vendors for critical services.</a:t>
          </a:r>
          <a:endParaRPr lang="en-US"/>
        </a:p>
      </dgm:t>
    </dgm:pt>
    <dgm:pt modelId="{727DC664-FFE8-4524-9AF0-954CA4B57B45}" type="parTrans" cxnId="{14B57218-B7F5-46AA-81B0-105D71AEFCB9}">
      <dgm:prSet/>
      <dgm:spPr/>
      <dgm:t>
        <a:bodyPr/>
        <a:lstStyle/>
        <a:p>
          <a:endParaRPr lang="en-US"/>
        </a:p>
      </dgm:t>
    </dgm:pt>
    <dgm:pt modelId="{9AF08C2D-166E-49BB-A17A-74848B80D908}" type="sibTrans" cxnId="{14B57218-B7F5-46AA-81B0-105D71AEFCB9}">
      <dgm:prSet/>
      <dgm:spPr/>
      <dgm:t>
        <a:bodyPr/>
        <a:lstStyle/>
        <a:p>
          <a:endParaRPr lang="en-US"/>
        </a:p>
      </dgm:t>
    </dgm:pt>
    <dgm:pt modelId="{B3C6B5B7-B160-4FEF-B653-E1A8AEE5589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Clearly outline steps for transitioning to backup vendors.</a:t>
          </a:r>
          <a:endParaRPr lang="en-US"/>
        </a:p>
      </dgm:t>
    </dgm:pt>
    <dgm:pt modelId="{52519203-DC50-4E00-B244-BCBCD285DC31}" type="parTrans" cxnId="{036B7B2E-81F1-4362-A7CA-0F7C886526D4}">
      <dgm:prSet/>
      <dgm:spPr/>
      <dgm:t>
        <a:bodyPr/>
        <a:lstStyle/>
        <a:p>
          <a:endParaRPr lang="en-US"/>
        </a:p>
      </dgm:t>
    </dgm:pt>
    <dgm:pt modelId="{4EE2D438-36EA-4B89-B345-CA2202A340DF}" type="sibTrans" cxnId="{036B7B2E-81F1-4362-A7CA-0F7C886526D4}">
      <dgm:prSet/>
      <dgm:spPr/>
      <dgm:t>
        <a:bodyPr/>
        <a:lstStyle/>
        <a:p>
          <a:endParaRPr lang="en-US"/>
        </a:p>
      </dgm:t>
    </dgm:pt>
    <dgm:pt modelId="{A13F462A-4F53-4582-8668-D71E44B8327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 i="0"/>
            <a:t>Performance Monitoring</a:t>
          </a:r>
          <a:endParaRPr lang="en-US"/>
        </a:p>
      </dgm:t>
    </dgm:pt>
    <dgm:pt modelId="{8DAE9950-1A77-42B1-8956-BB1ED321B76A}" type="parTrans" cxnId="{15D86102-991D-4442-BF18-D2058D0138FB}">
      <dgm:prSet/>
      <dgm:spPr/>
      <dgm:t>
        <a:bodyPr/>
        <a:lstStyle/>
        <a:p>
          <a:endParaRPr lang="en-US"/>
        </a:p>
      </dgm:t>
    </dgm:pt>
    <dgm:pt modelId="{F7B584CB-147F-4AFB-95D7-9AA5B5EDDAF7}" type="sibTrans" cxnId="{15D86102-991D-4442-BF18-D2058D0138FB}">
      <dgm:prSet/>
      <dgm:spPr/>
      <dgm:t>
        <a:bodyPr/>
        <a:lstStyle/>
        <a:p>
          <a:endParaRPr lang="en-US"/>
        </a:p>
      </dgm:t>
    </dgm:pt>
    <dgm:pt modelId="{4822E95F-9B79-4A1E-819D-969DB900F6E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Implement performance monitoring metrics for vendors.</a:t>
          </a:r>
          <a:endParaRPr lang="en-US"/>
        </a:p>
      </dgm:t>
    </dgm:pt>
    <dgm:pt modelId="{495D5858-6E83-4E7C-A974-867B06FC1053}" type="parTrans" cxnId="{3DE9209B-5CAF-47F3-B2DA-90EA08A72C95}">
      <dgm:prSet/>
      <dgm:spPr/>
      <dgm:t>
        <a:bodyPr/>
        <a:lstStyle/>
        <a:p>
          <a:endParaRPr lang="en-US"/>
        </a:p>
      </dgm:t>
    </dgm:pt>
    <dgm:pt modelId="{EB3F11A4-BB50-4D09-92AC-AC676C02CCD0}" type="sibTrans" cxnId="{3DE9209B-5CAF-47F3-B2DA-90EA08A72C95}">
      <dgm:prSet/>
      <dgm:spPr/>
      <dgm:t>
        <a:bodyPr/>
        <a:lstStyle/>
        <a:p>
          <a:endParaRPr lang="en-US"/>
        </a:p>
      </dgm:t>
    </dgm:pt>
    <dgm:pt modelId="{6F0C23C3-65E0-4F54-93A1-DA505DAFA88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Regularly evaluate vendor performance against agreed-upon criteria.</a:t>
          </a:r>
          <a:endParaRPr lang="en-US"/>
        </a:p>
      </dgm:t>
    </dgm:pt>
    <dgm:pt modelId="{A4402929-F595-4EDB-BE7E-5E4CD0C76917}" type="parTrans" cxnId="{41D77C30-5FCD-49CF-AA07-BB57F39B0CA0}">
      <dgm:prSet/>
      <dgm:spPr/>
      <dgm:t>
        <a:bodyPr/>
        <a:lstStyle/>
        <a:p>
          <a:endParaRPr lang="en-US"/>
        </a:p>
      </dgm:t>
    </dgm:pt>
    <dgm:pt modelId="{794A6834-4005-4B81-A5A3-AE62EF1865F1}" type="sibTrans" cxnId="{41D77C30-5FCD-49CF-AA07-BB57F39B0CA0}">
      <dgm:prSet/>
      <dgm:spPr/>
      <dgm:t>
        <a:bodyPr/>
        <a:lstStyle/>
        <a:p>
          <a:endParaRPr lang="en-US"/>
        </a:p>
      </dgm:t>
    </dgm:pt>
    <dgm:pt modelId="{543A42CD-F1E1-4C5F-9AA3-DDA21A3CC10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Provide constructive feedback and address performance issues promptly.</a:t>
          </a:r>
          <a:endParaRPr lang="en-US"/>
        </a:p>
      </dgm:t>
    </dgm:pt>
    <dgm:pt modelId="{C701D9C2-ADA9-4923-9500-EE73A0A2A0AB}" type="parTrans" cxnId="{A1250950-5173-42C1-862B-95EE1B8C481D}">
      <dgm:prSet/>
      <dgm:spPr/>
      <dgm:t>
        <a:bodyPr/>
        <a:lstStyle/>
        <a:p>
          <a:endParaRPr lang="en-US"/>
        </a:p>
      </dgm:t>
    </dgm:pt>
    <dgm:pt modelId="{09BD4DE9-93DC-49FC-8B89-F7CAC1AEF8C0}" type="sibTrans" cxnId="{A1250950-5173-42C1-862B-95EE1B8C481D}">
      <dgm:prSet/>
      <dgm:spPr/>
      <dgm:t>
        <a:bodyPr/>
        <a:lstStyle/>
        <a:p>
          <a:endParaRPr lang="en-US"/>
        </a:p>
      </dgm:t>
    </dgm:pt>
    <dgm:pt modelId="{C16B77E9-1075-4742-B78C-210863AE868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 i="0"/>
            <a:t>Reviews Implementation</a:t>
          </a:r>
          <a:endParaRPr lang="en-US"/>
        </a:p>
      </dgm:t>
    </dgm:pt>
    <dgm:pt modelId="{BF94309E-A3B6-4B90-A164-F752E79C986A}" type="parTrans" cxnId="{40C576DF-2C53-4FE8-ABA4-24B82587983C}">
      <dgm:prSet/>
      <dgm:spPr/>
      <dgm:t>
        <a:bodyPr/>
        <a:lstStyle/>
        <a:p>
          <a:endParaRPr lang="en-US"/>
        </a:p>
      </dgm:t>
    </dgm:pt>
    <dgm:pt modelId="{F54DCB79-0C8C-4827-9BBD-CC9AA6724D9A}" type="sibTrans" cxnId="{40C576DF-2C53-4FE8-ABA4-24B82587983C}">
      <dgm:prSet/>
      <dgm:spPr/>
      <dgm:t>
        <a:bodyPr/>
        <a:lstStyle/>
        <a:p>
          <a:endParaRPr lang="en-US"/>
        </a:p>
      </dgm:t>
    </dgm:pt>
    <dgm:pt modelId="{82F53ACC-F8C0-4472-AE0D-5ACED9E4C35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Conduct regular reviews of vendor performance.</a:t>
          </a:r>
          <a:endParaRPr lang="en-US"/>
        </a:p>
      </dgm:t>
    </dgm:pt>
    <dgm:pt modelId="{8D9C0671-F2B1-419F-97ED-639FE4FAE7B0}" type="parTrans" cxnId="{DCD0B7E2-EAA4-44BC-BD4C-DB344CD51477}">
      <dgm:prSet/>
      <dgm:spPr/>
      <dgm:t>
        <a:bodyPr/>
        <a:lstStyle/>
        <a:p>
          <a:endParaRPr lang="en-US"/>
        </a:p>
      </dgm:t>
    </dgm:pt>
    <dgm:pt modelId="{D39AF5F4-8F2D-40D9-9078-847D2B3D1D81}" type="sibTrans" cxnId="{DCD0B7E2-EAA4-44BC-BD4C-DB344CD51477}">
      <dgm:prSet/>
      <dgm:spPr/>
      <dgm:t>
        <a:bodyPr/>
        <a:lstStyle/>
        <a:p>
          <a:endParaRPr lang="en-US"/>
        </a:p>
      </dgm:t>
    </dgm:pt>
    <dgm:pt modelId="{0271ED9D-88B6-4763-A67A-07DE6445889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Seek feedback from project team members regarding vendor interactions.</a:t>
          </a:r>
          <a:endParaRPr lang="en-US"/>
        </a:p>
      </dgm:t>
    </dgm:pt>
    <dgm:pt modelId="{1B27096A-1F62-44BD-BAF3-45086507DD6E}" type="parTrans" cxnId="{050D9AD3-BF40-4D4D-8CAE-343CC4613BE8}">
      <dgm:prSet/>
      <dgm:spPr/>
      <dgm:t>
        <a:bodyPr/>
        <a:lstStyle/>
        <a:p>
          <a:endParaRPr lang="en-US"/>
        </a:p>
      </dgm:t>
    </dgm:pt>
    <dgm:pt modelId="{8C22E84C-09AE-4F67-9BCE-6B992023BA94}" type="sibTrans" cxnId="{050D9AD3-BF40-4D4D-8CAE-343CC4613BE8}">
      <dgm:prSet/>
      <dgm:spPr/>
      <dgm:t>
        <a:bodyPr/>
        <a:lstStyle/>
        <a:p>
          <a:endParaRPr lang="en-US"/>
        </a:p>
      </dgm:t>
    </dgm:pt>
    <dgm:pt modelId="{BD477297-4492-4FD4-9964-891F97FB3C7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Implement a continuous improvement process based on reviews.</a:t>
          </a:r>
          <a:endParaRPr lang="en-US"/>
        </a:p>
      </dgm:t>
    </dgm:pt>
    <dgm:pt modelId="{01401322-8C90-4358-B4F1-356AB602DB52}" type="parTrans" cxnId="{8A042597-137B-4B9B-9169-1A0302621381}">
      <dgm:prSet/>
      <dgm:spPr/>
      <dgm:t>
        <a:bodyPr/>
        <a:lstStyle/>
        <a:p>
          <a:endParaRPr lang="en-US"/>
        </a:p>
      </dgm:t>
    </dgm:pt>
    <dgm:pt modelId="{F535BC13-B5A5-436A-83C5-7F649CE22F99}" type="sibTrans" cxnId="{8A042597-137B-4B9B-9169-1A0302621381}">
      <dgm:prSet/>
      <dgm:spPr/>
      <dgm:t>
        <a:bodyPr/>
        <a:lstStyle/>
        <a:p>
          <a:endParaRPr lang="en-US"/>
        </a:p>
      </dgm:t>
    </dgm:pt>
    <dgm:pt modelId="{D0C3DD26-D3B1-4129-99DC-20B33A0CDB0E}" type="pres">
      <dgm:prSet presAssocID="{C6FE2527-4C7A-43F8-BE52-766597DD77AA}" presName="root" presStyleCnt="0">
        <dgm:presLayoutVars>
          <dgm:dir/>
          <dgm:resizeHandles val="exact"/>
        </dgm:presLayoutVars>
      </dgm:prSet>
      <dgm:spPr/>
    </dgm:pt>
    <dgm:pt modelId="{353F6263-E3D6-4521-970F-07A6280884F3}" type="pres">
      <dgm:prSet presAssocID="{CC29E396-2167-4CC1-8444-0857D21151AD}" presName="compNode" presStyleCnt="0"/>
      <dgm:spPr/>
    </dgm:pt>
    <dgm:pt modelId="{DFA16076-26A8-40DD-A8DF-89DE9A1168EA}" type="pres">
      <dgm:prSet presAssocID="{CC29E396-2167-4CC1-8444-0857D21151A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A0296733-2557-444C-9A52-B47F2CC753CF}" type="pres">
      <dgm:prSet presAssocID="{CC29E396-2167-4CC1-8444-0857D21151AD}" presName="iconSpace" presStyleCnt="0"/>
      <dgm:spPr/>
    </dgm:pt>
    <dgm:pt modelId="{59C59716-ECCA-45C6-B794-62E71F5D8336}" type="pres">
      <dgm:prSet presAssocID="{CC29E396-2167-4CC1-8444-0857D21151AD}" presName="parTx" presStyleLbl="revTx" presStyleIdx="0" presStyleCnt="10">
        <dgm:presLayoutVars>
          <dgm:chMax val="0"/>
          <dgm:chPref val="0"/>
        </dgm:presLayoutVars>
      </dgm:prSet>
      <dgm:spPr/>
    </dgm:pt>
    <dgm:pt modelId="{858DE186-AFEC-4FF3-85D4-E3A60739F7A4}" type="pres">
      <dgm:prSet presAssocID="{CC29E396-2167-4CC1-8444-0857D21151AD}" presName="txSpace" presStyleCnt="0"/>
      <dgm:spPr/>
    </dgm:pt>
    <dgm:pt modelId="{6D4461B2-1319-4CEC-825E-026039AA7D4A}" type="pres">
      <dgm:prSet presAssocID="{CC29E396-2167-4CC1-8444-0857D21151AD}" presName="desTx" presStyleLbl="revTx" presStyleIdx="1" presStyleCnt="10">
        <dgm:presLayoutVars/>
      </dgm:prSet>
      <dgm:spPr/>
    </dgm:pt>
    <dgm:pt modelId="{86C1DABF-9269-473B-961D-E408AC27E337}" type="pres">
      <dgm:prSet presAssocID="{4FE77CB7-F13B-43C2-BF78-701DF6C510F6}" presName="sibTrans" presStyleCnt="0"/>
      <dgm:spPr/>
    </dgm:pt>
    <dgm:pt modelId="{865BFBDA-F0A6-4FCE-A11E-631D1E364C60}" type="pres">
      <dgm:prSet presAssocID="{74D70DED-5E42-4E83-8ED6-C8C008EE6A6D}" presName="compNode" presStyleCnt="0"/>
      <dgm:spPr/>
    </dgm:pt>
    <dgm:pt modelId="{9D71D877-47F2-4920-B953-4068EAEE8008}" type="pres">
      <dgm:prSet presAssocID="{74D70DED-5E42-4E83-8ED6-C8C008EE6A6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010944DC-4716-413D-9EBD-5FABAD56CB7D}" type="pres">
      <dgm:prSet presAssocID="{74D70DED-5E42-4E83-8ED6-C8C008EE6A6D}" presName="iconSpace" presStyleCnt="0"/>
      <dgm:spPr/>
    </dgm:pt>
    <dgm:pt modelId="{2312EAD8-71DC-4F8F-8265-CA7D2E030B4E}" type="pres">
      <dgm:prSet presAssocID="{74D70DED-5E42-4E83-8ED6-C8C008EE6A6D}" presName="parTx" presStyleLbl="revTx" presStyleIdx="2" presStyleCnt="10">
        <dgm:presLayoutVars>
          <dgm:chMax val="0"/>
          <dgm:chPref val="0"/>
        </dgm:presLayoutVars>
      </dgm:prSet>
      <dgm:spPr/>
    </dgm:pt>
    <dgm:pt modelId="{F681E902-05D5-401A-863A-93FBF539134F}" type="pres">
      <dgm:prSet presAssocID="{74D70DED-5E42-4E83-8ED6-C8C008EE6A6D}" presName="txSpace" presStyleCnt="0"/>
      <dgm:spPr/>
    </dgm:pt>
    <dgm:pt modelId="{6E260A5E-FAF3-4ACC-ACB2-8D7C97027C88}" type="pres">
      <dgm:prSet presAssocID="{74D70DED-5E42-4E83-8ED6-C8C008EE6A6D}" presName="desTx" presStyleLbl="revTx" presStyleIdx="3" presStyleCnt="10">
        <dgm:presLayoutVars/>
      </dgm:prSet>
      <dgm:spPr/>
    </dgm:pt>
    <dgm:pt modelId="{1A3449C8-4B19-4A42-BACE-99A342C6BC7A}" type="pres">
      <dgm:prSet presAssocID="{5FCE8577-C66B-457D-BA87-E42AE76B80C1}" presName="sibTrans" presStyleCnt="0"/>
      <dgm:spPr/>
    </dgm:pt>
    <dgm:pt modelId="{032292DD-B25B-4DFF-BDA5-D8107627B88A}" type="pres">
      <dgm:prSet presAssocID="{C2CA7035-8B79-4644-899F-5AD0B3CC7114}" presName="compNode" presStyleCnt="0"/>
      <dgm:spPr/>
    </dgm:pt>
    <dgm:pt modelId="{410864CD-F872-4302-9B3F-2CE215A60E4A}" type="pres">
      <dgm:prSet presAssocID="{C2CA7035-8B79-4644-899F-5AD0B3CC711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1870243A-2417-479C-8509-642314213F13}" type="pres">
      <dgm:prSet presAssocID="{C2CA7035-8B79-4644-899F-5AD0B3CC7114}" presName="iconSpace" presStyleCnt="0"/>
      <dgm:spPr/>
    </dgm:pt>
    <dgm:pt modelId="{27FAD612-E52C-4BEC-9945-D723186E3103}" type="pres">
      <dgm:prSet presAssocID="{C2CA7035-8B79-4644-899F-5AD0B3CC7114}" presName="parTx" presStyleLbl="revTx" presStyleIdx="4" presStyleCnt="10">
        <dgm:presLayoutVars>
          <dgm:chMax val="0"/>
          <dgm:chPref val="0"/>
        </dgm:presLayoutVars>
      </dgm:prSet>
      <dgm:spPr/>
    </dgm:pt>
    <dgm:pt modelId="{3FD90CA2-3899-476A-82FD-9CF5078DF103}" type="pres">
      <dgm:prSet presAssocID="{C2CA7035-8B79-4644-899F-5AD0B3CC7114}" presName="txSpace" presStyleCnt="0"/>
      <dgm:spPr/>
    </dgm:pt>
    <dgm:pt modelId="{036BDADC-C082-47B6-BC61-12C9ECA97402}" type="pres">
      <dgm:prSet presAssocID="{C2CA7035-8B79-4644-899F-5AD0B3CC7114}" presName="desTx" presStyleLbl="revTx" presStyleIdx="5" presStyleCnt="10">
        <dgm:presLayoutVars/>
      </dgm:prSet>
      <dgm:spPr/>
    </dgm:pt>
    <dgm:pt modelId="{251CAB99-9C4C-42D5-B3C3-E5442B2FBDD0}" type="pres">
      <dgm:prSet presAssocID="{9B32E438-C120-4C86-9867-1EAF0B2114B7}" presName="sibTrans" presStyleCnt="0"/>
      <dgm:spPr/>
    </dgm:pt>
    <dgm:pt modelId="{33F17522-3BDD-47A4-B26A-20A273DBB832}" type="pres">
      <dgm:prSet presAssocID="{A13F462A-4F53-4582-8668-D71E44B83272}" presName="compNode" presStyleCnt="0"/>
      <dgm:spPr/>
    </dgm:pt>
    <dgm:pt modelId="{BE0DECA7-25FB-4BB3-AD22-8CE74CF0ADD1}" type="pres">
      <dgm:prSet presAssocID="{A13F462A-4F53-4582-8668-D71E44B8327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7BCF8C16-7D44-4CA5-9D45-3D780AEAC69D}" type="pres">
      <dgm:prSet presAssocID="{A13F462A-4F53-4582-8668-D71E44B83272}" presName="iconSpace" presStyleCnt="0"/>
      <dgm:spPr/>
    </dgm:pt>
    <dgm:pt modelId="{4A247D3B-0A46-41F5-9EEE-A0139CED42F5}" type="pres">
      <dgm:prSet presAssocID="{A13F462A-4F53-4582-8668-D71E44B83272}" presName="parTx" presStyleLbl="revTx" presStyleIdx="6" presStyleCnt="10">
        <dgm:presLayoutVars>
          <dgm:chMax val="0"/>
          <dgm:chPref val="0"/>
        </dgm:presLayoutVars>
      </dgm:prSet>
      <dgm:spPr/>
    </dgm:pt>
    <dgm:pt modelId="{A8A2762D-5A4E-4AFD-B8F1-8370ED74CB2A}" type="pres">
      <dgm:prSet presAssocID="{A13F462A-4F53-4582-8668-D71E44B83272}" presName="txSpace" presStyleCnt="0"/>
      <dgm:spPr/>
    </dgm:pt>
    <dgm:pt modelId="{9AD50D71-0D98-4D6C-A092-6296B449403D}" type="pres">
      <dgm:prSet presAssocID="{A13F462A-4F53-4582-8668-D71E44B83272}" presName="desTx" presStyleLbl="revTx" presStyleIdx="7" presStyleCnt="10">
        <dgm:presLayoutVars/>
      </dgm:prSet>
      <dgm:spPr/>
    </dgm:pt>
    <dgm:pt modelId="{A0B47FB3-5A7E-4C17-878A-359418A8BEEC}" type="pres">
      <dgm:prSet presAssocID="{F7B584CB-147F-4AFB-95D7-9AA5B5EDDAF7}" presName="sibTrans" presStyleCnt="0"/>
      <dgm:spPr/>
    </dgm:pt>
    <dgm:pt modelId="{4B107BA4-57ED-4D7C-B61E-6343B624846D}" type="pres">
      <dgm:prSet presAssocID="{C16B77E9-1075-4742-B78C-210863AE8682}" presName="compNode" presStyleCnt="0"/>
      <dgm:spPr/>
    </dgm:pt>
    <dgm:pt modelId="{A29EF5B7-F619-4954-9F2F-C970296CC46C}" type="pres">
      <dgm:prSet presAssocID="{C16B77E9-1075-4742-B78C-210863AE868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4D8CB6D9-E08F-4322-83A8-A2E71FCBAC12}" type="pres">
      <dgm:prSet presAssocID="{C16B77E9-1075-4742-B78C-210863AE8682}" presName="iconSpace" presStyleCnt="0"/>
      <dgm:spPr/>
    </dgm:pt>
    <dgm:pt modelId="{03CC9706-F308-490F-AF4F-E050366D78A4}" type="pres">
      <dgm:prSet presAssocID="{C16B77E9-1075-4742-B78C-210863AE8682}" presName="parTx" presStyleLbl="revTx" presStyleIdx="8" presStyleCnt="10">
        <dgm:presLayoutVars>
          <dgm:chMax val="0"/>
          <dgm:chPref val="0"/>
        </dgm:presLayoutVars>
      </dgm:prSet>
      <dgm:spPr/>
    </dgm:pt>
    <dgm:pt modelId="{8D400D51-1A6A-480C-91D8-52F1AFF97CEB}" type="pres">
      <dgm:prSet presAssocID="{C16B77E9-1075-4742-B78C-210863AE8682}" presName="txSpace" presStyleCnt="0"/>
      <dgm:spPr/>
    </dgm:pt>
    <dgm:pt modelId="{587FE153-B6E7-4183-A84C-385AFB9839C5}" type="pres">
      <dgm:prSet presAssocID="{C16B77E9-1075-4742-B78C-210863AE8682}" presName="desTx" presStyleLbl="revTx" presStyleIdx="9" presStyleCnt="10">
        <dgm:presLayoutVars/>
      </dgm:prSet>
      <dgm:spPr/>
    </dgm:pt>
  </dgm:ptLst>
  <dgm:cxnLst>
    <dgm:cxn modelId="{15D86102-991D-4442-BF18-D2058D0138FB}" srcId="{C6FE2527-4C7A-43F8-BE52-766597DD77AA}" destId="{A13F462A-4F53-4582-8668-D71E44B83272}" srcOrd="3" destOrd="0" parTransId="{8DAE9950-1A77-42B1-8956-BB1ED321B76A}" sibTransId="{F7B584CB-147F-4AFB-95D7-9AA5B5EDDAF7}"/>
    <dgm:cxn modelId="{14B57218-B7F5-46AA-81B0-105D71AEFCB9}" srcId="{C2CA7035-8B79-4644-899F-5AD0B3CC7114}" destId="{C465FC29-A7B7-4B11-8395-709A1A49AB6C}" srcOrd="1" destOrd="0" parTransId="{727DC664-FFE8-4524-9AF0-954CA4B57B45}" sibTransId="{9AF08C2D-166E-49BB-A17A-74848B80D908}"/>
    <dgm:cxn modelId="{EBC9001D-3419-40B0-B7B6-37C30C8C944C}" type="presOf" srcId="{CC29E396-2167-4CC1-8444-0857D21151AD}" destId="{59C59716-ECCA-45C6-B794-62E71F5D8336}" srcOrd="0" destOrd="0" presId="urn:microsoft.com/office/officeart/2018/2/layout/IconLabelDescriptionList"/>
    <dgm:cxn modelId="{BE8D7D1F-5445-47FE-93EE-79DD9D60F67A}" srcId="{C6FE2527-4C7A-43F8-BE52-766597DD77AA}" destId="{74D70DED-5E42-4E83-8ED6-C8C008EE6A6D}" srcOrd="1" destOrd="0" parTransId="{3CBCAB27-148F-4A8D-90EC-B8EDEA759AE2}" sibTransId="{5FCE8577-C66B-457D-BA87-E42AE76B80C1}"/>
    <dgm:cxn modelId="{63D22124-4AD7-458F-A7B3-1EFE2724B262}" type="presOf" srcId="{B4EDCDFE-ECF5-4CB6-9EF1-6840B9953187}" destId="{036BDADC-C082-47B6-BC61-12C9ECA97402}" srcOrd="0" destOrd="0" presId="urn:microsoft.com/office/officeart/2018/2/layout/IconLabelDescriptionList"/>
    <dgm:cxn modelId="{9855E024-8150-4E79-9354-3C6F60325C12}" srcId="{C6FE2527-4C7A-43F8-BE52-766597DD77AA}" destId="{C2CA7035-8B79-4644-899F-5AD0B3CC7114}" srcOrd="2" destOrd="0" parTransId="{0BD3D037-FEA1-4E72-B4CD-1544D521CB2B}" sibTransId="{9B32E438-C120-4C86-9867-1EAF0B2114B7}"/>
    <dgm:cxn modelId="{58274B26-A673-4C2F-A912-0DF6AA4AEC6E}" type="presOf" srcId="{4822E95F-9B79-4A1E-819D-969DB900F6EB}" destId="{9AD50D71-0D98-4D6C-A092-6296B449403D}" srcOrd="0" destOrd="0" presId="urn:microsoft.com/office/officeart/2018/2/layout/IconLabelDescriptionList"/>
    <dgm:cxn modelId="{4ED58F27-2F83-42FA-B53A-EBD00731489D}" type="presOf" srcId="{543A42CD-F1E1-4C5F-9AA3-DDA21A3CC101}" destId="{9AD50D71-0D98-4D6C-A092-6296B449403D}" srcOrd="0" destOrd="2" presId="urn:microsoft.com/office/officeart/2018/2/layout/IconLabelDescriptionList"/>
    <dgm:cxn modelId="{932D9127-3D2F-4C8B-AFFB-50E21AF50E39}" srcId="{74D70DED-5E42-4E83-8ED6-C8C008EE6A6D}" destId="{968DB91D-FAD3-46AB-AF1C-B8EA4D98F89E}" srcOrd="0" destOrd="0" parTransId="{F15C7BC0-122C-4AA2-9588-4D3C6F77297B}" sibTransId="{9D0F2904-B2AC-4BC1-823E-9B2FDB1A784E}"/>
    <dgm:cxn modelId="{402DE127-4E6C-4C16-8891-7EB580434608}" type="presOf" srcId="{6F0C23C3-65E0-4F54-93A1-DA505DAFA883}" destId="{9AD50D71-0D98-4D6C-A092-6296B449403D}" srcOrd="0" destOrd="1" presId="urn:microsoft.com/office/officeart/2018/2/layout/IconLabelDescriptionList"/>
    <dgm:cxn modelId="{4F90D62C-30E2-4620-AB64-278EDFD21129}" type="presOf" srcId="{B6D34265-DD3F-41A5-990F-31D26B5BC573}" destId="{6E260A5E-FAF3-4ACC-ACB2-8D7C97027C88}" srcOrd="0" destOrd="2" presId="urn:microsoft.com/office/officeart/2018/2/layout/IconLabelDescriptionList"/>
    <dgm:cxn modelId="{036B7B2E-81F1-4362-A7CA-0F7C886526D4}" srcId="{C2CA7035-8B79-4644-899F-5AD0B3CC7114}" destId="{B3C6B5B7-B160-4FEF-B653-E1A8AEE55894}" srcOrd="2" destOrd="0" parTransId="{52519203-DC50-4E00-B244-BCBCD285DC31}" sibTransId="{4EE2D438-36EA-4B89-B345-CA2202A340DF}"/>
    <dgm:cxn modelId="{41D77C30-5FCD-49CF-AA07-BB57F39B0CA0}" srcId="{A13F462A-4F53-4582-8668-D71E44B83272}" destId="{6F0C23C3-65E0-4F54-93A1-DA505DAFA883}" srcOrd="1" destOrd="0" parTransId="{A4402929-F595-4EDB-BE7E-5E4CD0C76917}" sibTransId="{794A6834-4005-4B81-A5A3-AE62EF1865F1}"/>
    <dgm:cxn modelId="{63D29A39-9F29-4275-8858-C14A64F00C8F}" srcId="{CC29E396-2167-4CC1-8444-0857D21151AD}" destId="{EAE6DB8C-6064-4844-AF51-A2A8C7B414A7}" srcOrd="2" destOrd="0" parTransId="{A80B1FCE-5ADA-41DD-9E7A-C4337FE88EEE}" sibTransId="{EFCC83E2-DBF4-4AEA-8888-2E243B9C5BFC}"/>
    <dgm:cxn modelId="{C1B8D145-0D75-4DEF-9669-06093A0E19E3}" type="presOf" srcId="{A13F462A-4F53-4582-8668-D71E44B83272}" destId="{4A247D3B-0A46-41F5-9EEE-A0139CED42F5}" srcOrd="0" destOrd="0" presId="urn:microsoft.com/office/officeart/2018/2/layout/IconLabelDescriptionList"/>
    <dgm:cxn modelId="{89DDF846-66EA-4C5C-8D11-EBE04B0DE9D2}" srcId="{74D70DED-5E42-4E83-8ED6-C8C008EE6A6D}" destId="{B6D34265-DD3F-41A5-990F-31D26B5BC573}" srcOrd="2" destOrd="0" parTransId="{87C5542E-4957-41EF-AAB5-5F65506F87E6}" sibTransId="{7BEC3B92-42CD-484E-8B51-ACAA5EFBC58B}"/>
    <dgm:cxn modelId="{3239C74F-B956-4C02-957E-8DB934596957}" type="presOf" srcId="{EAE6DB8C-6064-4844-AF51-A2A8C7B414A7}" destId="{6D4461B2-1319-4CEC-825E-026039AA7D4A}" srcOrd="0" destOrd="2" presId="urn:microsoft.com/office/officeart/2018/2/layout/IconLabelDescriptionList"/>
    <dgm:cxn modelId="{A1250950-5173-42C1-862B-95EE1B8C481D}" srcId="{A13F462A-4F53-4582-8668-D71E44B83272}" destId="{543A42CD-F1E1-4C5F-9AA3-DDA21A3CC101}" srcOrd="2" destOrd="0" parTransId="{C701D9C2-ADA9-4923-9500-EE73A0A2A0AB}" sibTransId="{09BD4DE9-93DC-49FC-8B89-F7CAC1AEF8C0}"/>
    <dgm:cxn modelId="{EEB88053-7271-4336-AD2F-F48F82711429}" type="presOf" srcId="{EF0A10B8-3505-4A80-B920-3F2D6683F7DF}" destId="{6D4461B2-1319-4CEC-825E-026039AA7D4A}" srcOrd="0" destOrd="0" presId="urn:microsoft.com/office/officeart/2018/2/layout/IconLabelDescriptionList"/>
    <dgm:cxn modelId="{09BE5D73-1145-4813-8F26-29E94E181C76}" type="presOf" srcId="{82F53ACC-F8C0-4472-AE0D-5ACED9E4C35D}" destId="{587FE153-B6E7-4183-A84C-385AFB9839C5}" srcOrd="0" destOrd="0" presId="urn:microsoft.com/office/officeart/2018/2/layout/IconLabelDescriptionList"/>
    <dgm:cxn modelId="{F2814978-AD2C-4203-9B04-726A398081A9}" type="presOf" srcId="{C2CA7035-8B79-4644-899F-5AD0B3CC7114}" destId="{27FAD612-E52C-4BEC-9945-D723186E3103}" srcOrd="0" destOrd="0" presId="urn:microsoft.com/office/officeart/2018/2/layout/IconLabelDescriptionList"/>
    <dgm:cxn modelId="{4493FC82-60E2-4EF1-BF15-946B776C8D96}" srcId="{CC29E396-2167-4CC1-8444-0857D21151AD}" destId="{CFF005F1-E9EF-401B-A3BC-65FC672F1C2C}" srcOrd="1" destOrd="0" parTransId="{B4E5C9BF-B86F-4183-8191-83D1CB538239}" sibTransId="{49BD794F-A008-4C20-BEF1-A8BA3DDFC65A}"/>
    <dgm:cxn modelId="{9F084496-EBE8-4DB9-91D1-BDD82A215286}" srcId="{CC29E396-2167-4CC1-8444-0857D21151AD}" destId="{EF0A10B8-3505-4A80-B920-3F2D6683F7DF}" srcOrd="0" destOrd="0" parTransId="{4D10A767-39E8-4DB8-BE8B-681557513EBB}" sibTransId="{0E5ACB10-49EB-405F-AA49-9F8B42A333C1}"/>
    <dgm:cxn modelId="{8A042597-137B-4B9B-9169-1A0302621381}" srcId="{C16B77E9-1075-4742-B78C-210863AE8682}" destId="{BD477297-4492-4FD4-9964-891F97FB3C71}" srcOrd="2" destOrd="0" parTransId="{01401322-8C90-4358-B4F1-356AB602DB52}" sibTransId="{F535BC13-B5A5-436A-83C5-7F649CE22F99}"/>
    <dgm:cxn modelId="{3DE9209B-5CAF-47F3-B2DA-90EA08A72C95}" srcId="{A13F462A-4F53-4582-8668-D71E44B83272}" destId="{4822E95F-9B79-4A1E-819D-969DB900F6EB}" srcOrd="0" destOrd="0" parTransId="{495D5858-6E83-4E7C-A974-867B06FC1053}" sibTransId="{EB3F11A4-BB50-4D09-92AC-AC676C02CCD0}"/>
    <dgm:cxn modelId="{D0DB0FA0-2647-45B4-AEA9-BC8D1F22971C}" type="presOf" srcId="{B3C6B5B7-B160-4FEF-B653-E1A8AEE55894}" destId="{036BDADC-C082-47B6-BC61-12C9ECA97402}" srcOrd="0" destOrd="2" presId="urn:microsoft.com/office/officeart/2018/2/layout/IconLabelDescriptionList"/>
    <dgm:cxn modelId="{240383A1-A6F0-46EE-9B2F-655CC88FD988}" type="presOf" srcId="{C16B77E9-1075-4742-B78C-210863AE8682}" destId="{03CC9706-F308-490F-AF4F-E050366D78A4}" srcOrd="0" destOrd="0" presId="urn:microsoft.com/office/officeart/2018/2/layout/IconLabelDescriptionList"/>
    <dgm:cxn modelId="{508AB4A8-C93E-4DAE-9407-3F50F0D34215}" type="presOf" srcId="{FC26F427-DD2A-4CEE-83B2-4955A31700EA}" destId="{6E260A5E-FAF3-4ACC-ACB2-8D7C97027C88}" srcOrd="0" destOrd="1" presId="urn:microsoft.com/office/officeart/2018/2/layout/IconLabelDescriptionList"/>
    <dgm:cxn modelId="{62B877AA-7636-494A-8829-491C04557BED}" type="presOf" srcId="{C465FC29-A7B7-4B11-8395-709A1A49AB6C}" destId="{036BDADC-C082-47B6-BC61-12C9ECA97402}" srcOrd="0" destOrd="1" presId="urn:microsoft.com/office/officeart/2018/2/layout/IconLabelDescriptionList"/>
    <dgm:cxn modelId="{3CFF0EAB-6F60-4CE0-80F8-77A6BACE00E0}" srcId="{C2CA7035-8B79-4644-899F-5AD0B3CC7114}" destId="{B4EDCDFE-ECF5-4CB6-9EF1-6840B9953187}" srcOrd="0" destOrd="0" parTransId="{CE2A5D80-C31D-4448-AFE1-A1A56DB70649}" sibTransId="{EEEF0D0B-6098-46B7-901A-85A3B404060A}"/>
    <dgm:cxn modelId="{6A77A3B4-77A4-45BE-BF6E-812375D6A6AF}" type="presOf" srcId="{BD477297-4492-4FD4-9964-891F97FB3C71}" destId="{587FE153-B6E7-4183-A84C-385AFB9839C5}" srcOrd="0" destOrd="2" presId="urn:microsoft.com/office/officeart/2018/2/layout/IconLabelDescriptionList"/>
    <dgm:cxn modelId="{9BCF82B5-0D1A-4C1E-AE2D-B55D913C3869}" type="presOf" srcId="{CFF005F1-E9EF-401B-A3BC-65FC672F1C2C}" destId="{6D4461B2-1319-4CEC-825E-026039AA7D4A}" srcOrd="0" destOrd="1" presId="urn:microsoft.com/office/officeart/2018/2/layout/IconLabelDescriptionList"/>
    <dgm:cxn modelId="{68F85BBD-4AD5-4CEA-A47B-536D7FA3F255}" type="presOf" srcId="{74D70DED-5E42-4E83-8ED6-C8C008EE6A6D}" destId="{2312EAD8-71DC-4F8F-8265-CA7D2E030B4E}" srcOrd="0" destOrd="0" presId="urn:microsoft.com/office/officeart/2018/2/layout/IconLabelDescriptionList"/>
    <dgm:cxn modelId="{FB1D2DBE-14D3-4289-A573-4A39F6060116}" srcId="{C6FE2527-4C7A-43F8-BE52-766597DD77AA}" destId="{CC29E396-2167-4CC1-8444-0857D21151AD}" srcOrd="0" destOrd="0" parTransId="{BDD28140-E2B8-4A50-865A-76C72AEC00F1}" sibTransId="{4FE77CB7-F13B-43C2-BF78-701DF6C510F6}"/>
    <dgm:cxn modelId="{8E9146C6-A648-4AA0-BC7E-F6A778F3BF4A}" type="presOf" srcId="{968DB91D-FAD3-46AB-AF1C-B8EA4D98F89E}" destId="{6E260A5E-FAF3-4ACC-ACB2-8D7C97027C88}" srcOrd="0" destOrd="0" presId="urn:microsoft.com/office/officeart/2018/2/layout/IconLabelDescriptionList"/>
    <dgm:cxn modelId="{1D1E5BC7-D8B9-4BFB-8D14-05DDC261F9FC}" type="presOf" srcId="{C6FE2527-4C7A-43F8-BE52-766597DD77AA}" destId="{D0C3DD26-D3B1-4129-99DC-20B33A0CDB0E}" srcOrd="0" destOrd="0" presId="urn:microsoft.com/office/officeart/2018/2/layout/IconLabelDescriptionList"/>
    <dgm:cxn modelId="{BDF3BBD1-CA86-468F-8560-28412509B85C}" type="presOf" srcId="{0271ED9D-88B6-4763-A67A-07DE6445889B}" destId="{587FE153-B6E7-4183-A84C-385AFB9839C5}" srcOrd="0" destOrd="1" presId="urn:microsoft.com/office/officeart/2018/2/layout/IconLabelDescriptionList"/>
    <dgm:cxn modelId="{050D9AD3-BF40-4D4D-8CAE-343CC4613BE8}" srcId="{C16B77E9-1075-4742-B78C-210863AE8682}" destId="{0271ED9D-88B6-4763-A67A-07DE6445889B}" srcOrd="1" destOrd="0" parTransId="{1B27096A-1F62-44BD-BAF3-45086507DD6E}" sibTransId="{8C22E84C-09AE-4F67-9BCE-6B992023BA94}"/>
    <dgm:cxn modelId="{40C576DF-2C53-4FE8-ABA4-24B82587983C}" srcId="{C6FE2527-4C7A-43F8-BE52-766597DD77AA}" destId="{C16B77E9-1075-4742-B78C-210863AE8682}" srcOrd="4" destOrd="0" parTransId="{BF94309E-A3B6-4B90-A164-F752E79C986A}" sibTransId="{F54DCB79-0C8C-4827-9BBD-CC9AA6724D9A}"/>
    <dgm:cxn modelId="{DCD0B7E2-EAA4-44BC-BD4C-DB344CD51477}" srcId="{C16B77E9-1075-4742-B78C-210863AE8682}" destId="{82F53ACC-F8C0-4472-AE0D-5ACED9E4C35D}" srcOrd="0" destOrd="0" parTransId="{8D9C0671-F2B1-419F-97ED-639FE4FAE7B0}" sibTransId="{D39AF5F4-8F2D-40D9-9078-847D2B3D1D81}"/>
    <dgm:cxn modelId="{B6EFC9EA-60BD-4E6F-BD09-749435895AE8}" srcId="{74D70DED-5E42-4E83-8ED6-C8C008EE6A6D}" destId="{FC26F427-DD2A-4CEE-83B2-4955A31700EA}" srcOrd="1" destOrd="0" parTransId="{9F6F686A-D971-4052-B3A4-47ACAF6867E1}" sibTransId="{D245DB94-12C9-4115-B03C-57764B41ABF2}"/>
    <dgm:cxn modelId="{E6B9218C-3DE4-47CA-9CA1-8BF9779BCF53}" type="presParOf" srcId="{D0C3DD26-D3B1-4129-99DC-20B33A0CDB0E}" destId="{353F6263-E3D6-4521-970F-07A6280884F3}" srcOrd="0" destOrd="0" presId="urn:microsoft.com/office/officeart/2018/2/layout/IconLabelDescriptionList"/>
    <dgm:cxn modelId="{D895E2CA-F019-42E8-A86E-A396271F2484}" type="presParOf" srcId="{353F6263-E3D6-4521-970F-07A6280884F3}" destId="{DFA16076-26A8-40DD-A8DF-89DE9A1168EA}" srcOrd="0" destOrd="0" presId="urn:microsoft.com/office/officeart/2018/2/layout/IconLabelDescriptionList"/>
    <dgm:cxn modelId="{EE3B422C-8E1B-4EAA-967F-E54ED1810EC5}" type="presParOf" srcId="{353F6263-E3D6-4521-970F-07A6280884F3}" destId="{A0296733-2557-444C-9A52-B47F2CC753CF}" srcOrd="1" destOrd="0" presId="urn:microsoft.com/office/officeart/2018/2/layout/IconLabelDescriptionList"/>
    <dgm:cxn modelId="{C4EB6BB0-6FDA-4890-8107-038F8632459D}" type="presParOf" srcId="{353F6263-E3D6-4521-970F-07A6280884F3}" destId="{59C59716-ECCA-45C6-B794-62E71F5D8336}" srcOrd="2" destOrd="0" presId="urn:microsoft.com/office/officeart/2018/2/layout/IconLabelDescriptionList"/>
    <dgm:cxn modelId="{A2C52ABC-5EBC-4F14-8A8F-FB4DA732C6C6}" type="presParOf" srcId="{353F6263-E3D6-4521-970F-07A6280884F3}" destId="{858DE186-AFEC-4FF3-85D4-E3A60739F7A4}" srcOrd="3" destOrd="0" presId="urn:microsoft.com/office/officeart/2018/2/layout/IconLabelDescriptionList"/>
    <dgm:cxn modelId="{F4912DF7-4CEE-483F-A48D-D526E4E700AD}" type="presParOf" srcId="{353F6263-E3D6-4521-970F-07A6280884F3}" destId="{6D4461B2-1319-4CEC-825E-026039AA7D4A}" srcOrd="4" destOrd="0" presId="urn:microsoft.com/office/officeart/2018/2/layout/IconLabelDescriptionList"/>
    <dgm:cxn modelId="{D6305D8C-E896-4B47-A14D-5C8795984A68}" type="presParOf" srcId="{D0C3DD26-D3B1-4129-99DC-20B33A0CDB0E}" destId="{86C1DABF-9269-473B-961D-E408AC27E337}" srcOrd="1" destOrd="0" presId="urn:microsoft.com/office/officeart/2018/2/layout/IconLabelDescriptionList"/>
    <dgm:cxn modelId="{DF61F05C-C6F7-4594-A405-AF941F13F785}" type="presParOf" srcId="{D0C3DD26-D3B1-4129-99DC-20B33A0CDB0E}" destId="{865BFBDA-F0A6-4FCE-A11E-631D1E364C60}" srcOrd="2" destOrd="0" presId="urn:microsoft.com/office/officeart/2018/2/layout/IconLabelDescriptionList"/>
    <dgm:cxn modelId="{40054419-1BFC-4564-8579-F6EE148920B2}" type="presParOf" srcId="{865BFBDA-F0A6-4FCE-A11E-631D1E364C60}" destId="{9D71D877-47F2-4920-B953-4068EAEE8008}" srcOrd="0" destOrd="0" presId="urn:microsoft.com/office/officeart/2018/2/layout/IconLabelDescriptionList"/>
    <dgm:cxn modelId="{E0F5A646-6C8C-4695-9BFC-02AF5A428A1E}" type="presParOf" srcId="{865BFBDA-F0A6-4FCE-A11E-631D1E364C60}" destId="{010944DC-4716-413D-9EBD-5FABAD56CB7D}" srcOrd="1" destOrd="0" presId="urn:microsoft.com/office/officeart/2018/2/layout/IconLabelDescriptionList"/>
    <dgm:cxn modelId="{64A706E5-303E-42D3-8401-07E25CC97341}" type="presParOf" srcId="{865BFBDA-F0A6-4FCE-A11E-631D1E364C60}" destId="{2312EAD8-71DC-4F8F-8265-CA7D2E030B4E}" srcOrd="2" destOrd="0" presId="urn:microsoft.com/office/officeart/2018/2/layout/IconLabelDescriptionList"/>
    <dgm:cxn modelId="{A8411E77-848E-4F59-9663-CDE45B434193}" type="presParOf" srcId="{865BFBDA-F0A6-4FCE-A11E-631D1E364C60}" destId="{F681E902-05D5-401A-863A-93FBF539134F}" srcOrd="3" destOrd="0" presId="urn:microsoft.com/office/officeart/2018/2/layout/IconLabelDescriptionList"/>
    <dgm:cxn modelId="{E40FE48B-9E83-4768-82D5-F627C3234D04}" type="presParOf" srcId="{865BFBDA-F0A6-4FCE-A11E-631D1E364C60}" destId="{6E260A5E-FAF3-4ACC-ACB2-8D7C97027C88}" srcOrd="4" destOrd="0" presId="urn:microsoft.com/office/officeart/2018/2/layout/IconLabelDescriptionList"/>
    <dgm:cxn modelId="{18F0BF7E-0DC4-48FF-8625-7AA2D067DD7D}" type="presParOf" srcId="{D0C3DD26-D3B1-4129-99DC-20B33A0CDB0E}" destId="{1A3449C8-4B19-4A42-BACE-99A342C6BC7A}" srcOrd="3" destOrd="0" presId="urn:microsoft.com/office/officeart/2018/2/layout/IconLabelDescriptionList"/>
    <dgm:cxn modelId="{A7753C3C-4C4D-4525-8468-EF73B644D991}" type="presParOf" srcId="{D0C3DD26-D3B1-4129-99DC-20B33A0CDB0E}" destId="{032292DD-B25B-4DFF-BDA5-D8107627B88A}" srcOrd="4" destOrd="0" presId="urn:microsoft.com/office/officeart/2018/2/layout/IconLabelDescriptionList"/>
    <dgm:cxn modelId="{C633D130-D858-4FDB-B3C5-1B1A371DE079}" type="presParOf" srcId="{032292DD-B25B-4DFF-BDA5-D8107627B88A}" destId="{410864CD-F872-4302-9B3F-2CE215A60E4A}" srcOrd="0" destOrd="0" presId="urn:microsoft.com/office/officeart/2018/2/layout/IconLabelDescriptionList"/>
    <dgm:cxn modelId="{969C9F84-85FC-485C-83C7-84198510205A}" type="presParOf" srcId="{032292DD-B25B-4DFF-BDA5-D8107627B88A}" destId="{1870243A-2417-479C-8509-642314213F13}" srcOrd="1" destOrd="0" presId="urn:microsoft.com/office/officeart/2018/2/layout/IconLabelDescriptionList"/>
    <dgm:cxn modelId="{F409D8F6-56D3-40EB-86D2-2854EF9755B8}" type="presParOf" srcId="{032292DD-B25B-4DFF-BDA5-D8107627B88A}" destId="{27FAD612-E52C-4BEC-9945-D723186E3103}" srcOrd="2" destOrd="0" presId="urn:microsoft.com/office/officeart/2018/2/layout/IconLabelDescriptionList"/>
    <dgm:cxn modelId="{7996B096-9BA4-44D4-A254-1B2ADB3CDDC9}" type="presParOf" srcId="{032292DD-B25B-4DFF-BDA5-D8107627B88A}" destId="{3FD90CA2-3899-476A-82FD-9CF5078DF103}" srcOrd="3" destOrd="0" presId="urn:microsoft.com/office/officeart/2018/2/layout/IconLabelDescriptionList"/>
    <dgm:cxn modelId="{73D0FDA3-6F1C-4FD3-BAD0-0897DF0765AE}" type="presParOf" srcId="{032292DD-B25B-4DFF-BDA5-D8107627B88A}" destId="{036BDADC-C082-47B6-BC61-12C9ECA97402}" srcOrd="4" destOrd="0" presId="urn:microsoft.com/office/officeart/2018/2/layout/IconLabelDescriptionList"/>
    <dgm:cxn modelId="{8CEBE228-35B8-414A-836F-DABDD596651D}" type="presParOf" srcId="{D0C3DD26-D3B1-4129-99DC-20B33A0CDB0E}" destId="{251CAB99-9C4C-42D5-B3C3-E5442B2FBDD0}" srcOrd="5" destOrd="0" presId="urn:microsoft.com/office/officeart/2018/2/layout/IconLabelDescriptionList"/>
    <dgm:cxn modelId="{7F6B38AF-BBA0-4A8F-B118-28739A01F388}" type="presParOf" srcId="{D0C3DD26-D3B1-4129-99DC-20B33A0CDB0E}" destId="{33F17522-3BDD-47A4-B26A-20A273DBB832}" srcOrd="6" destOrd="0" presId="urn:microsoft.com/office/officeart/2018/2/layout/IconLabelDescriptionList"/>
    <dgm:cxn modelId="{DFABED6B-7813-42A2-AEDE-E6B1228AEBD0}" type="presParOf" srcId="{33F17522-3BDD-47A4-B26A-20A273DBB832}" destId="{BE0DECA7-25FB-4BB3-AD22-8CE74CF0ADD1}" srcOrd="0" destOrd="0" presId="urn:microsoft.com/office/officeart/2018/2/layout/IconLabelDescriptionList"/>
    <dgm:cxn modelId="{EFC1025D-B8F2-4852-84F3-1273F61CD049}" type="presParOf" srcId="{33F17522-3BDD-47A4-B26A-20A273DBB832}" destId="{7BCF8C16-7D44-4CA5-9D45-3D780AEAC69D}" srcOrd="1" destOrd="0" presId="urn:microsoft.com/office/officeart/2018/2/layout/IconLabelDescriptionList"/>
    <dgm:cxn modelId="{2CEAFBEB-9812-4A25-956E-11AF89507763}" type="presParOf" srcId="{33F17522-3BDD-47A4-B26A-20A273DBB832}" destId="{4A247D3B-0A46-41F5-9EEE-A0139CED42F5}" srcOrd="2" destOrd="0" presId="urn:microsoft.com/office/officeart/2018/2/layout/IconLabelDescriptionList"/>
    <dgm:cxn modelId="{4F3E607A-0796-488A-9F86-8DFC7A0F1407}" type="presParOf" srcId="{33F17522-3BDD-47A4-B26A-20A273DBB832}" destId="{A8A2762D-5A4E-4AFD-B8F1-8370ED74CB2A}" srcOrd="3" destOrd="0" presId="urn:microsoft.com/office/officeart/2018/2/layout/IconLabelDescriptionList"/>
    <dgm:cxn modelId="{46EE4F50-236D-4A5D-B541-D1334096E2C1}" type="presParOf" srcId="{33F17522-3BDD-47A4-B26A-20A273DBB832}" destId="{9AD50D71-0D98-4D6C-A092-6296B449403D}" srcOrd="4" destOrd="0" presId="urn:microsoft.com/office/officeart/2018/2/layout/IconLabelDescriptionList"/>
    <dgm:cxn modelId="{674569EE-049E-42D2-AE9B-E946825C5D99}" type="presParOf" srcId="{D0C3DD26-D3B1-4129-99DC-20B33A0CDB0E}" destId="{A0B47FB3-5A7E-4C17-878A-359418A8BEEC}" srcOrd="7" destOrd="0" presId="urn:microsoft.com/office/officeart/2018/2/layout/IconLabelDescriptionList"/>
    <dgm:cxn modelId="{6D2EC212-AC8F-4A11-8360-6DE6587ECC53}" type="presParOf" srcId="{D0C3DD26-D3B1-4129-99DC-20B33A0CDB0E}" destId="{4B107BA4-57ED-4D7C-B61E-6343B624846D}" srcOrd="8" destOrd="0" presId="urn:microsoft.com/office/officeart/2018/2/layout/IconLabelDescriptionList"/>
    <dgm:cxn modelId="{BD7F4C40-F052-4EA0-B014-99CFE3058B8A}" type="presParOf" srcId="{4B107BA4-57ED-4D7C-B61E-6343B624846D}" destId="{A29EF5B7-F619-4954-9F2F-C970296CC46C}" srcOrd="0" destOrd="0" presId="urn:microsoft.com/office/officeart/2018/2/layout/IconLabelDescriptionList"/>
    <dgm:cxn modelId="{279FD05F-FFB8-405B-B4B7-A19297D69618}" type="presParOf" srcId="{4B107BA4-57ED-4D7C-B61E-6343B624846D}" destId="{4D8CB6D9-E08F-4322-83A8-A2E71FCBAC12}" srcOrd="1" destOrd="0" presId="urn:microsoft.com/office/officeart/2018/2/layout/IconLabelDescriptionList"/>
    <dgm:cxn modelId="{0DF565DA-AF30-4ECA-8C32-29A68C83C220}" type="presParOf" srcId="{4B107BA4-57ED-4D7C-B61E-6343B624846D}" destId="{03CC9706-F308-490F-AF4F-E050366D78A4}" srcOrd="2" destOrd="0" presId="urn:microsoft.com/office/officeart/2018/2/layout/IconLabelDescriptionList"/>
    <dgm:cxn modelId="{709642B4-45A2-4973-B7BC-40A1F4A5346A}" type="presParOf" srcId="{4B107BA4-57ED-4D7C-B61E-6343B624846D}" destId="{8D400D51-1A6A-480C-91D8-52F1AFF97CEB}" srcOrd="3" destOrd="0" presId="urn:microsoft.com/office/officeart/2018/2/layout/IconLabelDescriptionList"/>
    <dgm:cxn modelId="{54F8CAB1-E1E2-4AE5-AEA5-FD3053EE2203}" type="presParOf" srcId="{4B107BA4-57ED-4D7C-B61E-6343B624846D}" destId="{587FE153-B6E7-4183-A84C-385AFB9839C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7944B9-0174-AB4F-A9CE-64BFA7980195}">
      <dsp:nvSpPr>
        <dsp:cNvPr id="0" name=""/>
        <dsp:cNvSpPr/>
      </dsp:nvSpPr>
      <dsp:spPr>
        <a:xfrm>
          <a:off x="0" y="85551"/>
          <a:ext cx="4701956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Unreliable Data Sources </a:t>
          </a:r>
          <a:endParaRPr lang="en-US" sz="1500" kern="1200" dirty="0"/>
        </a:p>
      </dsp:txBody>
      <dsp:txXfrm>
        <a:off x="17563" y="103114"/>
        <a:ext cx="4666830" cy="324648"/>
      </dsp:txXfrm>
    </dsp:sp>
    <dsp:sp modelId="{B6936305-3875-0B45-9D17-092405DF7328}">
      <dsp:nvSpPr>
        <dsp:cNvPr id="0" name=""/>
        <dsp:cNvSpPr/>
      </dsp:nvSpPr>
      <dsp:spPr>
        <a:xfrm>
          <a:off x="0" y="488526"/>
          <a:ext cx="4701956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Expert Unavailability </a:t>
          </a:r>
          <a:endParaRPr lang="en-US" sz="1500" kern="1200"/>
        </a:p>
      </dsp:txBody>
      <dsp:txXfrm>
        <a:off x="17563" y="506089"/>
        <a:ext cx="4666830" cy="324648"/>
      </dsp:txXfrm>
    </dsp:sp>
    <dsp:sp modelId="{435B93A4-3905-7248-8204-408970C7CF71}">
      <dsp:nvSpPr>
        <dsp:cNvPr id="0" name=""/>
        <dsp:cNvSpPr/>
      </dsp:nvSpPr>
      <dsp:spPr>
        <a:xfrm>
          <a:off x="0" y="891501"/>
          <a:ext cx="4701956" cy="359774"/>
        </a:xfrm>
        <a:prstGeom prst="roundRect">
          <a:avLst/>
        </a:prstGeom>
        <a:solidFill>
          <a:srgbClr val="4472C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Legal and Regulatory Changes</a:t>
          </a:r>
          <a:endParaRPr lang="en-US" sz="1500" kern="1200" dirty="0"/>
        </a:p>
      </dsp:txBody>
      <dsp:txXfrm>
        <a:off x="17563" y="909064"/>
        <a:ext cx="4666830" cy="324648"/>
      </dsp:txXfrm>
    </dsp:sp>
    <dsp:sp modelId="{D80AD613-54C7-2D4E-A8E7-CD6EA35149D2}">
      <dsp:nvSpPr>
        <dsp:cNvPr id="0" name=""/>
        <dsp:cNvSpPr/>
      </dsp:nvSpPr>
      <dsp:spPr>
        <a:xfrm>
          <a:off x="0" y="1294476"/>
          <a:ext cx="4701956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Market Dynamics Shift </a:t>
          </a:r>
          <a:endParaRPr lang="en-US" sz="1500" kern="1200"/>
        </a:p>
      </dsp:txBody>
      <dsp:txXfrm>
        <a:off x="17563" y="1312039"/>
        <a:ext cx="4666830" cy="324648"/>
      </dsp:txXfrm>
    </dsp:sp>
    <dsp:sp modelId="{52396676-79AE-7D4F-AD9D-D857B4183345}">
      <dsp:nvSpPr>
        <dsp:cNvPr id="0" name=""/>
        <dsp:cNvSpPr/>
      </dsp:nvSpPr>
      <dsp:spPr>
        <a:xfrm>
          <a:off x="0" y="1697451"/>
          <a:ext cx="4701956" cy="359774"/>
        </a:xfrm>
        <a:prstGeom prst="roundRect">
          <a:avLst/>
        </a:prstGeom>
        <a:solidFill>
          <a:srgbClr val="4472C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Vendor Reliability</a:t>
          </a:r>
          <a:endParaRPr lang="en-US" sz="1500" kern="1200" dirty="0"/>
        </a:p>
      </dsp:txBody>
      <dsp:txXfrm>
        <a:off x="17563" y="1715014"/>
        <a:ext cx="4666830" cy="324648"/>
      </dsp:txXfrm>
    </dsp:sp>
    <dsp:sp modelId="{2AB1E61F-027B-CB47-AA37-5662E5FED9A5}">
      <dsp:nvSpPr>
        <dsp:cNvPr id="0" name=""/>
        <dsp:cNvSpPr/>
      </dsp:nvSpPr>
      <dsp:spPr>
        <a:xfrm>
          <a:off x="0" y="2100426"/>
          <a:ext cx="4701956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Data Accessibility Issues </a:t>
          </a:r>
          <a:endParaRPr lang="en-US" sz="1500" kern="1200"/>
        </a:p>
      </dsp:txBody>
      <dsp:txXfrm>
        <a:off x="17563" y="2117989"/>
        <a:ext cx="4666830" cy="324648"/>
      </dsp:txXfrm>
    </dsp:sp>
    <dsp:sp modelId="{9C8CC13A-F9AF-354A-B9C9-7EFF9DDADFC8}">
      <dsp:nvSpPr>
        <dsp:cNvPr id="0" name=""/>
        <dsp:cNvSpPr/>
      </dsp:nvSpPr>
      <dsp:spPr>
        <a:xfrm>
          <a:off x="0" y="2503401"/>
          <a:ext cx="4701956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Technology Compatibility </a:t>
          </a:r>
          <a:endParaRPr lang="en-US" sz="1500" kern="1200"/>
        </a:p>
      </dsp:txBody>
      <dsp:txXfrm>
        <a:off x="17563" y="2520964"/>
        <a:ext cx="4666830" cy="324648"/>
      </dsp:txXfrm>
    </dsp:sp>
    <dsp:sp modelId="{9C7FA005-D66B-BA46-9143-FB4AD74064EB}">
      <dsp:nvSpPr>
        <dsp:cNvPr id="0" name=""/>
        <dsp:cNvSpPr/>
      </dsp:nvSpPr>
      <dsp:spPr>
        <a:xfrm>
          <a:off x="0" y="2906376"/>
          <a:ext cx="4701956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Safety Protocol Changes</a:t>
          </a:r>
          <a:endParaRPr lang="en-US" sz="1500" kern="1200"/>
        </a:p>
      </dsp:txBody>
      <dsp:txXfrm>
        <a:off x="17563" y="2923939"/>
        <a:ext cx="4666830" cy="324648"/>
      </dsp:txXfrm>
    </dsp:sp>
    <dsp:sp modelId="{83A9D869-F38F-544D-BF0D-74FBE2C04D5D}">
      <dsp:nvSpPr>
        <dsp:cNvPr id="0" name=""/>
        <dsp:cNvSpPr/>
      </dsp:nvSpPr>
      <dsp:spPr>
        <a:xfrm>
          <a:off x="0" y="3309351"/>
          <a:ext cx="4701956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Market Survey Limitations </a:t>
          </a:r>
          <a:endParaRPr lang="en-US" sz="1500" kern="1200"/>
        </a:p>
      </dsp:txBody>
      <dsp:txXfrm>
        <a:off x="17563" y="3326914"/>
        <a:ext cx="4666830" cy="324648"/>
      </dsp:txXfrm>
    </dsp:sp>
    <dsp:sp modelId="{F67F4583-11E8-DE4A-859E-B8CF86B753C3}">
      <dsp:nvSpPr>
        <dsp:cNvPr id="0" name=""/>
        <dsp:cNvSpPr/>
      </dsp:nvSpPr>
      <dsp:spPr>
        <a:xfrm>
          <a:off x="0" y="3712326"/>
          <a:ext cx="4701956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Documentation Standards Evolution</a:t>
          </a:r>
          <a:endParaRPr lang="en-US" sz="1500" kern="1200"/>
        </a:p>
      </dsp:txBody>
      <dsp:txXfrm>
        <a:off x="17563" y="3729889"/>
        <a:ext cx="4666830" cy="3246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7944B9-0174-AB4F-A9CE-64BFA7980195}">
      <dsp:nvSpPr>
        <dsp:cNvPr id="0" name=""/>
        <dsp:cNvSpPr/>
      </dsp:nvSpPr>
      <dsp:spPr>
        <a:xfrm>
          <a:off x="0" y="85551"/>
          <a:ext cx="4701956" cy="359774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Incomplete Market Research</a:t>
          </a:r>
          <a:r>
            <a:rPr lang="en-IN" sz="1500" kern="1200" dirty="0">
              <a:effectLst/>
            </a:rPr>
            <a:t> </a:t>
          </a:r>
          <a:endParaRPr lang="en-US" sz="1500" kern="1200" dirty="0"/>
        </a:p>
      </dsp:txBody>
      <dsp:txXfrm>
        <a:off x="17563" y="103114"/>
        <a:ext cx="4666830" cy="324648"/>
      </dsp:txXfrm>
    </dsp:sp>
    <dsp:sp modelId="{B6936305-3875-0B45-9D17-092405DF7328}">
      <dsp:nvSpPr>
        <dsp:cNvPr id="0" name=""/>
        <dsp:cNvSpPr/>
      </dsp:nvSpPr>
      <dsp:spPr>
        <a:xfrm>
          <a:off x="0" y="488526"/>
          <a:ext cx="4701956" cy="359774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Inadequate Expert Collaboration</a:t>
          </a:r>
          <a:r>
            <a:rPr lang="en-IN" sz="1500" kern="1200" dirty="0">
              <a:effectLst/>
            </a:rPr>
            <a:t> </a:t>
          </a:r>
          <a:endParaRPr lang="en-US" sz="1500" kern="1200" dirty="0"/>
        </a:p>
      </dsp:txBody>
      <dsp:txXfrm>
        <a:off x="17563" y="506089"/>
        <a:ext cx="4666830" cy="324648"/>
      </dsp:txXfrm>
    </dsp:sp>
    <dsp:sp modelId="{435B93A4-3905-7248-8204-408970C7CF71}">
      <dsp:nvSpPr>
        <dsp:cNvPr id="0" name=""/>
        <dsp:cNvSpPr/>
      </dsp:nvSpPr>
      <dsp:spPr>
        <a:xfrm>
          <a:off x="0" y="891501"/>
          <a:ext cx="4701956" cy="359774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Data Collection Delays</a:t>
          </a:r>
          <a:endParaRPr lang="en-US" sz="1500" kern="1200" dirty="0">
            <a:solidFill>
              <a:prstClr val="white"/>
            </a:solidFill>
            <a:effectLst/>
            <a:latin typeface="Calibri" panose="020F0502020204030204" pitchFamily="34" charset="0"/>
            <a:ea typeface="Calibri" panose="020F0502020204030204" pitchFamily="34" charset="0"/>
            <a:cs typeface="Times New Roman" panose="02020603050405020304" pitchFamily="18" charset="0"/>
          </a:endParaRPr>
        </a:p>
      </dsp:txBody>
      <dsp:txXfrm>
        <a:off x="17563" y="909064"/>
        <a:ext cx="4666830" cy="324648"/>
      </dsp:txXfrm>
    </dsp:sp>
    <dsp:sp modelId="{D80AD613-54C7-2D4E-A8E7-CD6EA35149D2}">
      <dsp:nvSpPr>
        <dsp:cNvPr id="0" name=""/>
        <dsp:cNvSpPr/>
      </dsp:nvSpPr>
      <dsp:spPr>
        <a:xfrm>
          <a:off x="0" y="1294476"/>
          <a:ext cx="4701956" cy="359774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Procurement Process Challenges</a:t>
          </a:r>
          <a:r>
            <a:rPr lang="en-IN" sz="1500" kern="1200" dirty="0">
              <a:effectLst/>
            </a:rPr>
            <a:t> </a:t>
          </a:r>
          <a:endParaRPr lang="en-US" sz="1500" kern="1200" dirty="0"/>
        </a:p>
      </dsp:txBody>
      <dsp:txXfrm>
        <a:off x="17563" y="1312039"/>
        <a:ext cx="4666830" cy="324648"/>
      </dsp:txXfrm>
    </dsp:sp>
    <dsp:sp modelId="{52396676-79AE-7D4F-AD9D-D857B4183345}">
      <dsp:nvSpPr>
        <dsp:cNvPr id="0" name=""/>
        <dsp:cNvSpPr/>
      </dsp:nvSpPr>
      <dsp:spPr>
        <a:xfrm>
          <a:off x="0" y="1697451"/>
          <a:ext cx="4701956" cy="359774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Integration Complexity</a:t>
          </a:r>
          <a:r>
            <a:rPr lang="en-IN" sz="1500" kern="1200" dirty="0">
              <a:effectLst/>
            </a:rPr>
            <a:t> </a:t>
          </a:r>
          <a:endParaRPr lang="en-US" sz="1500" kern="1200" dirty="0"/>
        </a:p>
      </dsp:txBody>
      <dsp:txXfrm>
        <a:off x="17563" y="1715014"/>
        <a:ext cx="4666830" cy="324648"/>
      </dsp:txXfrm>
    </dsp:sp>
    <dsp:sp modelId="{2AB1E61F-027B-CB47-AA37-5662E5FED9A5}">
      <dsp:nvSpPr>
        <dsp:cNvPr id="0" name=""/>
        <dsp:cNvSpPr/>
      </dsp:nvSpPr>
      <dsp:spPr>
        <a:xfrm>
          <a:off x="0" y="2100426"/>
          <a:ext cx="4701956" cy="359774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Data Validation Issues</a:t>
          </a:r>
          <a:endParaRPr lang="en-US" sz="1500" kern="1200" dirty="0">
            <a:solidFill>
              <a:prstClr val="white"/>
            </a:solidFill>
            <a:effectLst/>
            <a:latin typeface="Calibri" panose="020F0502020204030204" pitchFamily="34" charset="0"/>
            <a:ea typeface="Calibri" panose="020F0502020204030204" pitchFamily="34" charset="0"/>
            <a:cs typeface="Times New Roman" panose="02020603050405020304" pitchFamily="18" charset="0"/>
          </a:endParaRPr>
        </a:p>
      </dsp:txBody>
      <dsp:txXfrm>
        <a:off x="17563" y="2117989"/>
        <a:ext cx="4666830" cy="324648"/>
      </dsp:txXfrm>
    </dsp:sp>
    <dsp:sp modelId="{9C8CC13A-F9AF-354A-B9C9-7EFF9DDADFC8}">
      <dsp:nvSpPr>
        <dsp:cNvPr id="0" name=""/>
        <dsp:cNvSpPr/>
      </dsp:nvSpPr>
      <dsp:spPr>
        <a:xfrm>
          <a:off x="0" y="2503401"/>
          <a:ext cx="4701956" cy="359774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Security Protocol Gaps</a:t>
          </a:r>
          <a:endParaRPr lang="en-US" sz="1500" kern="1200" dirty="0"/>
        </a:p>
      </dsp:txBody>
      <dsp:txXfrm>
        <a:off x="17563" y="2520964"/>
        <a:ext cx="4666830" cy="324648"/>
      </dsp:txXfrm>
    </dsp:sp>
    <dsp:sp modelId="{9C7FA005-D66B-BA46-9143-FB4AD74064EB}">
      <dsp:nvSpPr>
        <dsp:cNvPr id="0" name=""/>
        <dsp:cNvSpPr/>
      </dsp:nvSpPr>
      <dsp:spPr>
        <a:xfrm>
          <a:off x="0" y="2906376"/>
          <a:ext cx="4701956" cy="359774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Scope Creep in Metadata Definition</a:t>
          </a:r>
          <a:r>
            <a:rPr lang="en-IN" sz="1500" kern="1200" dirty="0">
              <a:effectLst/>
            </a:rPr>
            <a:t> </a:t>
          </a:r>
          <a:endParaRPr lang="en-US" sz="1500" kern="1200" dirty="0"/>
        </a:p>
      </dsp:txBody>
      <dsp:txXfrm>
        <a:off x="17563" y="2923939"/>
        <a:ext cx="4666830" cy="324648"/>
      </dsp:txXfrm>
    </dsp:sp>
    <dsp:sp modelId="{83A9D869-F38F-544D-BF0D-74FBE2C04D5D}">
      <dsp:nvSpPr>
        <dsp:cNvPr id="0" name=""/>
        <dsp:cNvSpPr/>
      </dsp:nvSpPr>
      <dsp:spPr>
        <a:xfrm>
          <a:off x="0" y="3309351"/>
          <a:ext cx="4701956" cy="359774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Safety Material Gathering Delays</a:t>
          </a:r>
          <a:r>
            <a:rPr lang="en-IN" sz="1500" kern="1200" dirty="0">
              <a:effectLst/>
            </a:rPr>
            <a:t> </a:t>
          </a:r>
          <a:endParaRPr lang="en-US" sz="1500" kern="1200" dirty="0"/>
        </a:p>
      </dsp:txBody>
      <dsp:txXfrm>
        <a:off x="17563" y="3326914"/>
        <a:ext cx="4666830" cy="324648"/>
      </dsp:txXfrm>
    </dsp:sp>
    <dsp:sp modelId="{F67F4583-11E8-DE4A-859E-B8CF86B753C3}">
      <dsp:nvSpPr>
        <dsp:cNvPr id="0" name=""/>
        <dsp:cNvSpPr/>
      </dsp:nvSpPr>
      <dsp:spPr>
        <a:xfrm>
          <a:off x="0" y="3712326"/>
          <a:ext cx="4701956" cy="359774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Documentation Challenges</a:t>
          </a:r>
          <a:endParaRPr lang="en-US" sz="1500" kern="1200" dirty="0"/>
        </a:p>
      </dsp:txBody>
      <dsp:txXfrm>
        <a:off x="17563" y="3729889"/>
        <a:ext cx="4666830" cy="3246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44F895-F284-6643-B817-A4404E8346F0}">
      <dsp:nvSpPr>
        <dsp:cNvPr id="0" name=""/>
        <dsp:cNvSpPr/>
      </dsp:nvSpPr>
      <dsp:spPr>
        <a:xfrm>
          <a:off x="0" y="333"/>
          <a:ext cx="437010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FA75FB0-6964-8940-B04B-B6E9AEBC9C07}">
      <dsp:nvSpPr>
        <dsp:cNvPr id="0" name=""/>
        <dsp:cNvSpPr/>
      </dsp:nvSpPr>
      <dsp:spPr>
        <a:xfrm>
          <a:off x="0" y="333"/>
          <a:ext cx="4370103" cy="545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Data Collection Delays</a:t>
          </a:r>
          <a:endParaRPr lang="en-US" sz="2500" kern="1200" dirty="0"/>
        </a:p>
      </dsp:txBody>
      <dsp:txXfrm>
        <a:off x="0" y="333"/>
        <a:ext cx="4370103" cy="545506"/>
      </dsp:txXfrm>
    </dsp:sp>
    <dsp:sp modelId="{539E1713-65A6-BD42-918A-39228A772ADF}">
      <dsp:nvSpPr>
        <dsp:cNvPr id="0" name=""/>
        <dsp:cNvSpPr/>
      </dsp:nvSpPr>
      <dsp:spPr>
        <a:xfrm>
          <a:off x="0" y="545839"/>
          <a:ext cx="4370103" cy="0"/>
        </a:xfrm>
        <a:prstGeom prst="line">
          <a:avLst/>
        </a:prstGeom>
        <a:gradFill rotWithShape="0">
          <a:gsLst>
            <a:gs pos="0">
              <a:schemeClr val="accent5">
                <a:hueOff val="-1689636"/>
                <a:satOff val="-4355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689636"/>
                <a:satOff val="-4355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689636"/>
                <a:satOff val="-4355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1689636"/>
              <a:satOff val="-4355"/>
              <a:lumOff val="-294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A808B6F-1F97-1C47-B2FC-D6744EE45336}">
      <dsp:nvSpPr>
        <dsp:cNvPr id="0" name=""/>
        <dsp:cNvSpPr/>
      </dsp:nvSpPr>
      <dsp:spPr>
        <a:xfrm>
          <a:off x="0" y="545839"/>
          <a:ext cx="4370103" cy="545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Data Validation Issues</a:t>
          </a:r>
          <a:endParaRPr lang="en-US" sz="2500" kern="1200" dirty="0"/>
        </a:p>
      </dsp:txBody>
      <dsp:txXfrm>
        <a:off x="0" y="545839"/>
        <a:ext cx="4370103" cy="545506"/>
      </dsp:txXfrm>
    </dsp:sp>
    <dsp:sp modelId="{CC59208D-5404-A84C-A34C-47DAA6AFAF9F}">
      <dsp:nvSpPr>
        <dsp:cNvPr id="0" name=""/>
        <dsp:cNvSpPr/>
      </dsp:nvSpPr>
      <dsp:spPr>
        <a:xfrm>
          <a:off x="0" y="1091345"/>
          <a:ext cx="4370103" cy="0"/>
        </a:xfrm>
        <a:prstGeom prst="line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F0E8A36-94DF-8B46-B689-39754B28D380}">
      <dsp:nvSpPr>
        <dsp:cNvPr id="0" name=""/>
        <dsp:cNvSpPr/>
      </dsp:nvSpPr>
      <dsp:spPr>
        <a:xfrm>
          <a:off x="0" y="1091345"/>
          <a:ext cx="4370103" cy="545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Security Protocol Gaps</a:t>
          </a:r>
          <a:endParaRPr lang="en-US" sz="2500" kern="1200" dirty="0"/>
        </a:p>
      </dsp:txBody>
      <dsp:txXfrm>
        <a:off x="0" y="1091345"/>
        <a:ext cx="4370103" cy="545506"/>
      </dsp:txXfrm>
    </dsp:sp>
    <dsp:sp modelId="{0E73EBBB-9D87-3E47-A771-28B857B7896A}">
      <dsp:nvSpPr>
        <dsp:cNvPr id="0" name=""/>
        <dsp:cNvSpPr/>
      </dsp:nvSpPr>
      <dsp:spPr>
        <a:xfrm>
          <a:off x="0" y="1636852"/>
          <a:ext cx="4370103" cy="0"/>
        </a:xfrm>
        <a:prstGeom prst="line">
          <a:avLst/>
        </a:prstGeom>
        <a:gradFill rotWithShape="0">
          <a:gsLst>
            <a:gs pos="0">
              <a:schemeClr val="accent5">
                <a:hueOff val="-5068907"/>
                <a:satOff val="-13064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068907"/>
                <a:satOff val="-13064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068907"/>
                <a:satOff val="-13064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5068907"/>
              <a:satOff val="-13064"/>
              <a:lumOff val="-8824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DA509CB-D329-C046-A1FE-85ACEA538A2C}">
      <dsp:nvSpPr>
        <dsp:cNvPr id="0" name=""/>
        <dsp:cNvSpPr/>
      </dsp:nvSpPr>
      <dsp:spPr>
        <a:xfrm>
          <a:off x="0" y="1636852"/>
          <a:ext cx="4370103" cy="545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Legal and Regulatory Changes</a:t>
          </a:r>
          <a:endParaRPr lang="en-US" sz="2500" kern="1200" dirty="0"/>
        </a:p>
      </dsp:txBody>
      <dsp:txXfrm>
        <a:off x="0" y="1636852"/>
        <a:ext cx="4370103" cy="545506"/>
      </dsp:txXfrm>
    </dsp:sp>
    <dsp:sp modelId="{31445396-2EDC-3D45-AE70-4F9E057A7067}">
      <dsp:nvSpPr>
        <dsp:cNvPr id="0" name=""/>
        <dsp:cNvSpPr/>
      </dsp:nvSpPr>
      <dsp:spPr>
        <a:xfrm>
          <a:off x="0" y="2182358"/>
          <a:ext cx="4370103" cy="0"/>
        </a:xfrm>
        <a:prstGeom prst="line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2CDC970-4A8E-9B4E-BB4E-E70E9C482D7E}">
      <dsp:nvSpPr>
        <dsp:cNvPr id="0" name=""/>
        <dsp:cNvSpPr/>
      </dsp:nvSpPr>
      <dsp:spPr>
        <a:xfrm>
          <a:off x="0" y="2182358"/>
          <a:ext cx="4370103" cy="545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Vendor Reliability</a:t>
          </a:r>
          <a:endParaRPr lang="en-US" sz="2500" kern="1200" dirty="0"/>
        </a:p>
      </dsp:txBody>
      <dsp:txXfrm>
        <a:off x="0" y="2182358"/>
        <a:ext cx="4370103" cy="5455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71941E-94D4-45C6-9686-1DB743279A45}">
      <dsp:nvSpPr>
        <dsp:cNvPr id="0" name=""/>
        <dsp:cNvSpPr/>
      </dsp:nvSpPr>
      <dsp:spPr>
        <a:xfrm>
          <a:off x="3557" y="780898"/>
          <a:ext cx="645257" cy="6452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3F4036-0722-49D0-AAB0-37538393F129}">
      <dsp:nvSpPr>
        <dsp:cNvPr id="0" name=""/>
        <dsp:cNvSpPr/>
      </dsp:nvSpPr>
      <dsp:spPr>
        <a:xfrm>
          <a:off x="3557" y="1546106"/>
          <a:ext cx="1843593" cy="440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i="0" kern="1200" dirty="0"/>
            <a:t>Timeline Creation</a:t>
          </a:r>
          <a:endParaRPr lang="en-US" sz="1400" kern="1200" dirty="0"/>
        </a:p>
      </dsp:txBody>
      <dsp:txXfrm>
        <a:off x="3557" y="1546106"/>
        <a:ext cx="1843593" cy="440734"/>
      </dsp:txXfrm>
    </dsp:sp>
    <dsp:sp modelId="{9519418A-26DB-4BF9-894B-E4D306649288}">
      <dsp:nvSpPr>
        <dsp:cNvPr id="0" name=""/>
        <dsp:cNvSpPr/>
      </dsp:nvSpPr>
      <dsp:spPr>
        <a:xfrm>
          <a:off x="3557" y="2042631"/>
          <a:ext cx="1843593" cy="1527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Develop a detailed timeline for data collection phases.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Break down tasks into manageable milestones.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Allocate buffer time for unforeseen delays.</a:t>
          </a:r>
          <a:endParaRPr lang="en-US" sz="1100" kern="1200"/>
        </a:p>
      </dsp:txBody>
      <dsp:txXfrm>
        <a:off x="3557" y="2042631"/>
        <a:ext cx="1843593" cy="1527808"/>
      </dsp:txXfrm>
    </dsp:sp>
    <dsp:sp modelId="{3749953F-4A3E-41EB-8AA0-38CB24F270D2}">
      <dsp:nvSpPr>
        <dsp:cNvPr id="0" name=""/>
        <dsp:cNvSpPr/>
      </dsp:nvSpPr>
      <dsp:spPr>
        <a:xfrm>
          <a:off x="2169780" y="780898"/>
          <a:ext cx="645257" cy="6452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315C34-4BBB-4561-B22B-7485042B013C}">
      <dsp:nvSpPr>
        <dsp:cNvPr id="0" name=""/>
        <dsp:cNvSpPr/>
      </dsp:nvSpPr>
      <dsp:spPr>
        <a:xfrm>
          <a:off x="2169780" y="1546106"/>
          <a:ext cx="1843593" cy="440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i="0" kern="1200" dirty="0"/>
            <a:t>Bottleneck Identification</a:t>
          </a:r>
          <a:endParaRPr lang="en-US" sz="1400" kern="1200" dirty="0"/>
        </a:p>
      </dsp:txBody>
      <dsp:txXfrm>
        <a:off x="2169780" y="1546106"/>
        <a:ext cx="1843593" cy="440734"/>
      </dsp:txXfrm>
    </dsp:sp>
    <dsp:sp modelId="{DC87BD76-703F-4F08-849E-8287664F7058}">
      <dsp:nvSpPr>
        <dsp:cNvPr id="0" name=""/>
        <dsp:cNvSpPr/>
      </dsp:nvSpPr>
      <dsp:spPr>
        <a:xfrm>
          <a:off x="2169780" y="2042631"/>
          <a:ext cx="1843593" cy="1527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Identify potential bottlenecks in the data collection process.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Evaluate resource availability and workload distribution.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Address and streamline critical points in the workflow.</a:t>
          </a:r>
          <a:endParaRPr lang="en-US" sz="1100" kern="1200"/>
        </a:p>
      </dsp:txBody>
      <dsp:txXfrm>
        <a:off x="2169780" y="2042631"/>
        <a:ext cx="1843593" cy="1527808"/>
      </dsp:txXfrm>
    </dsp:sp>
    <dsp:sp modelId="{845FCD88-AE42-480F-91CA-0D3D70637B9E}">
      <dsp:nvSpPr>
        <dsp:cNvPr id="0" name=""/>
        <dsp:cNvSpPr/>
      </dsp:nvSpPr>
      <dsp:spPr>
        <a:xfrm>
          <a:off x="4336003" y="780898"/>
          <a:ext cx="645257" cy="6452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211533-80F5-42A5-A7E8-8730CB5B4346}">
      <dsp:nvSpPr>
        <dsp:cNvPr id="0" name=""/>
        <dsp:cNvSpPr/>
      </dsp:nvSpPr>
      <dsp:spPr>
        <a:xfrm>
          <a:off x="4336003" y="1546106"/>
          <a:ext cx="1843593" cy="440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i="0" kern="1200" dirty="0"/>
            <a:t>Check-ins Implementation</a:t>
          </a:r>
          <a:endParaRPr lang="en-US" sz="1400" kern="1200" dirty="0"/>
        </a:p>
      </dsp:txBody>
      <dsp:txXfrm>
        <a:off x="4336003" y="1546106"/>
        <a:ext cx="1843593" cy="440734"/>
      </dsp:txXfrm>
    </dsp:sp>
    <dsp:sp modelId="{F91D351F-5F5C-41DA-8BF1-19CCA1095607}">
      <dsp:nvSpPr>
        <dsp:cNvPr id="0" name=""/>
        <dsp:cNvSpPr/>
      </dsp:nvSpPr>
      <dsp:spPr>
        <a:xfrm>
          <a:off x="4336003" y="2042631"/>
          <a:ext cx="1843593" cy="1527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Schedule regular check-ins with team members involved in data collection.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Discuss progress, challenges, and potential delays.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Adjust timelines or allocate additional resources based on check-in insights.</a:t>
          </a:r>
          <a:endParaRPr lang="en-US" sz="1100" kern="1200"/>
        </a:p>
      </dsp:txBody>
      <dsp:txXfrm>
        <a:off x="4336003" y="2042631"/>
        <a:ext cx="1843593" cy="1527808"/>
      </dsp:txXfrm>
    </dsp:sp>
    <dsp:sp modelId="{F46BBC78-EE8E-4B5D-B893-65903248A054}">
      <dsp:nvSpPr>
        <dsp:cNvPr id="0" name=""/>
        <dsp:cNvSpPr/>
      </dsp:nvSpPr>
      <dsp:spPr>
        <a:xfrm>
          <a:off x="6502225" y="780898"/>
          <a:ext cx="645257" cy="6452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64BB70-0E5A-4C40-8181-DE5CB8D95585}">
      <dsp:nvSpPr>
        <dsp:cNvPr id="0" name=""/>
        <dsp:cNvSpPr/>
      </dsp:nvSpPr>
      <dsp:spPr>
        <a:xfrm>
          <a:off x="6502225" y="1546106"/>
          <a:ext cx="1843593" cy="440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i="0" kern="1200" dirty="0"/>
            <a:t>Communication Channels Establishment</a:t>
          </a:r>
          <a:endParaRPr lang="en-US" sz="1400" kern="1200" dirty="0"/>
        </a:p>
      </dsp:txBody>
      <dsp:txXfrm>
        <a:off x="6502225" y="1546106"/>
        <a:ext cx="1843593" cy="440734"/>
      </dsp:txXfrm>
    </dsp:sp>
    <dsp:sp modelId="{752E359E-CC2C-4058-A1FF-46CF5BFF43D4}">
      <dsp:nvSpPr>
        <dsp:cNvPr id="0" name=""/>
        <dsp:cNvSpPr/>
      </dsp:nvSpPr>
      <dsp:spPr>
        <a:xfrm>
          <a:off x="6502225" y="2042631"/>
          <a:ext cx="1843593" cy="1527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Establish efficient communication channels for real-time updates.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Utilize project management tools and collaboration platforms.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Ensure clear channels for issue escalation and resolution.</a:t>
          </a:r>
          <a:endParaRPr lang="en-US" sz="1100" kern="1200"/>
        </a:p>
      </dsp:txBody>
      <dsp:txXfrm>
        <a:off x="6502225" y="2042631"/>
        <a:ext cx="1843593" cy="1527808"/>
      </dsp:txXfrm>
    </dsp:sp>
    <dsp:sp modelId="{D05B3A74-DE25-44A7-9424-92672BCB8E4E}">
      <dsp:nvSpPr>
        <dsp:cNvPr id="0" name=""/>
        <dsp:cNvSpPr/>
      </dsp:nvSpPr>
      <dsp:spPr>
        <a:xfrm>
          <a:off x="8668448" y="780898"/>
          <a:ext cx="645257" cy="64525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92B747-A620-40EB-899C-B0CEE7FD21FB}">
      <dsp:nvSpPr>
        <dsp:cNvPr id="0" name=""/>
        <dsp:cNvSpPr/>
      </dsp:nvSpPr>
      <dsp:spPr>
        <a:xfrm>
          <a:off x="8668448" y="1546106"/>
          <a:ext cx="1843593" cy="440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i="0" kern="1200" dirty="0"/>
            <a:t>Response Plan Development</a:t>
          </a:r>
          <a:endParaRPr lang="en-US" sz="1400" kern="1200" dirty="0"/>
        </a:p>
      </dsp:txBody>
      <dsp:txXfrm>
        <a:off x="8668448" y="1546106"/>
        <a:ext cx="1843593" cy="440734"/>
      </dsp:txXfrm>
    </dsp:sp>
    <dsp:sp modelId="{7E7D9044-F7E6-482B-9F07-507363BC6931}">
      <dsp:nvSpPr>
        <dsp:cNvPr id="0" name=""/>
        <dsp:cNvSpPr/>
      </dsp:nvSpPr>
      <dsp:spPr>
        <a:xfrm>
          <a:off x="8668448" y="2042631"/>
          <a:ext cx="1843593" cy="1527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Develop a response plan outlining specific actions for potential delays.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Define roles and responsibilities for addressing issues.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Identify alternative data sources or collection methods as a backup.</a:t>
          </a:r>
          <a:endParaRPr lang="en-US" sz="1100" kern="1200"/>
        </a:p>
      </dsp:txBody>
      <dsp:txXfrm>
        <a:off x="8668448" y="2042631"/>
        <a:ext cx="1843593" cy="15278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A65557-4038-428D-9549-BCDA51E1D768}">
      <dsp:nvSpPr>
        <dsp:cNvPr id="0" name=""/>
        <dsp:cNvSpPr/>
      </dsp:nvSpPr>
      <dsp:spPr>
        <a:xfrm>
          <a:off x="3557" y="799416"/>
          <a:ext cx="645257" cy="6452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1BCD7-50B9-48EA-B28B-F3614C663516}">
      <dsp:nvSpPr>
        <dsp:cNvPr id="0" name=""/>
        <dsp:cNvSpPr/>
      </dsp:nvSpPr>
      <dsp:spPr>
        <a:xfrm>
          <a:off x="3557" y="1563031"/>
          <a:ext cx="1843593" cy="440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i="0" kern="1200"/>
            <a:t>Criteria Definition</a:t>
          </a:r>
          <a:endParaRPr lang="en-US" sz="1400" kern="1200"/>
        </a:p>
      </dsp:txBody>
      <dsp:txXfrm>
        <a:off x="3557" y="1563031"/>
        <a:ext cx="1843593" cy="440734"/>
      </dsp:txXfrm>
    </dsp:sp>
    <dsp:sp modelId="{09314801-4516-4531-8324-8A2056D72EA5}">
      <dsp:nvSpPr>
        <dsp:cNvPr id="0" name=""/>
        <dsp:cNvSpPr/>
      </dsp:nvSpPr>
      <dsp:spPr>
        <a:xfrm>
          <a:off x="3557" y="2058816"/>
          <a:ext cx="1843593" cy="1493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Clearly define validation criteria for each data set.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Specify acceptable ranges, formats, and quality standards.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Document criteria for both automated and manual validation.</a:t>
          </a:r>
          <a:endParaRPr lang="en-US" sz="1100" kern="1200"/>
        </a:p>
      </dsp:txBody>
      <dsp:txXfrm>
        <a:off x="3557" y="2058816"/>
        <a:ext cx="1843593" cy="1493105"/>
      </dsp:txXfrm>
    </dsp:sp>
    <dsp:sp modelId="{CD9E3180-FE0C-4BF8-8CB9-F6F24536B0F1}">
      <dsp:nvSpPr>
        <dsp:cNvPr id="0" name=""/>
        <dsp:cNvSpPr/>
      </dsp:nvSpPr>
      <dsp:spPr>
        <a:xfrm>
          <a:off x="2169780" y="799416"/>
          <a:ext cx="645257" cy="6452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E40C53-708E-4230-9AD7-5427FF6EC492}">
      <dsp:nvSpPr>
        <dsp:cNvPr id="0" name=""/>
        <dsp:cNvSpPr/>
      </dsp:nvSpPr>
      <dsp:spPr>
        <a:xfrm>
          <a:off x="2169780" y="1563031"/>
          <a:ext cx="1843593" cy="440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i="0" kern="1200" dirty="0"/>
            <a:t>Implementation Checks</a:t>
          </a:r>
          <a:endParaRPr lang="en-US" sz="1400" kern="1200" dirty="0"/>
        </a:p>
      </dsp:txBody>
      <dsp:txXfrm>
        <a:off x="2169780" y="1563031"/>
        <a:ext cx="1843593" cy="440734"/>
      </dsp:txXfrm>
    </dsp:sp>
    <dsp:sp modelId="{7108BA35-C567-4382-B0D7-5491BE5C6511}">
      <dsp:nvSpPr>
        <dsp:cNvPr id="0" name=""/>
        <dsp:cNvSpPr/>
      </dsp:nvSpPr>
      <dsp:spPr>
        <a:xfrm>
          <a:off x="2169780" y="2058816"/>
          <a:ext cx="1843593" cy="1493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Implement automated validation checks at key data entry points.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Conduct manual checks by designated team members.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Establish a feedback loop for continuous improvement.</a:t>
          </a:r>
          <a:endParaRPr lang="en-US" sz="1100" kern="1200"/>
        </a:p>
      </dsp:txBody>
      <dsp:txXfrm>
        <a:off x="2169780" y="2058816"/>
        <a:ext cx="1843593" cy="1493105"/>
      </dsp:txXfrm>
    </dsp:sp>
    <dsp:sp modelId="{241E6921-8DD3-4EC0-8AA8-BDB6FB3B60CD}">
      <dsp:nvSpPr>
        <dsp:cNvPr id="0" name=""/>
        <dsp:cNvSpPr/>
      </dsp:nvSpPr>
      <dsp:spPr>
        <a:xfrm>
          <a:off x="4336003" y="799416"/>
          <a:ext cx="645257" cy="6452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0513CB-78CD-47FE-B6C5-CE980F338D7C}">
      <dsp:nvSpPr>
        <dsp:cNvPr id="0" name=""/>
        <dsp:cNvSpPr/>
      </dsp:nvSpPr>
      <dsp:spPr>
        <a:xfrm>
          <a:off x="4336003" y="1563031"/>
          <a:ext cx="1843593" cy="440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i="0" kern="1200"/>
            <a:t>Audits Conduct</a:t>
          </a:r>
          <a:endParaRPr lang="en-US" sz="1400" kern="1200"/>
        </a:p>
      </dsp:txBody>
      <dsp:txXfrm>
        <a:off x="4336003" y="1563031"/>
        <a:ext cx="1843593" cy="440734"/>
      </dsp:txXfrm>
    </dsp:sp>
    <dsp:sp modelId="{B292C896-465F-4242-94D4-8C4E6BCC3DA4}">
      <dsp:nvSpPr>
        <dsp:cNvPr id="0" name=""/>
        <dsp:cNvSpPr/>
      </dsp:nvSpPr>
      <dsp:spPr>
        <a:xfrm>
          <a:off x="4336003" y="2058816"/>
          <a:ext cx="1843593" cy="1493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Conduct periodic audits to ensure data validation procedures are effective.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Analyze past validation issues to enhance future checks.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Document and communicate lessons learned from audits.</a:t>
          </a:r>
          <a:endParaRPr lang="en-US" sz="1100" kern="1200"/>
        </a:p>
      </dsp:txBody>
      <dsp:txXfrm>
        <a:off x="4336003" y="2058816"/>
        <a:ext cx="1843593" cy="1493105"/>
      </dsp:txXfrm>
    </dsp:sp>
    <dsp:sp modelId="{3C9F7FD4-E3FB-462F-AC83-A00A1779C01B}">
      <dsp:nvSpPr>
        <dsp:cNvPr id="0" name=""/>
        <dsp:cNvSpPr/>
      </dsp:nvSpPr>
      <dsp:spPr>
        <a:xfrm>
          <a:off x="6502225" y="799416"/>
          <a:ext cx="645257" cy="6452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798FEA-2886-4EC4-B044-5F43EDBCBA65}">
      <dsp:nvSpPr>
        <dsp:cNvPr id="0" name=""/>
        <dsp:cNvSpPr/>
      </dsp:nvSpPr>
      <dsp:spPr>
        <a:xfrm>
          <a:off x="6502225" y="1563031"/>
          <a:ext cx="1843593" cy="440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i="0" kern="1200"/>
            <a:t>Collaboration with Experts</a:t>
          </a:r>
          <a:endParaRPr lang="en-US" sz="1400" kern="1200"/>
        </a:p>
      </dsp:txBody>
      <dsp:txXfrm>
        <a:off x="6502225" y="1563031"/>
        <a:ext cx="1843593" cy="440734"/>
      </dsp:txXfrm>
    </dsp:sp>
    <dsp:sp modelId="{54FF7EDD-8E47-48A3-A5C5-8E6032CF1E9F}">
      <dsp:nvSpPr>
        <dsp:cNvPr id="0" name=""/>
        <dsp:cNvSpPr/>
      </dsp:nvSpPr>
      <dsp:spPr>
        <a:xfrm>
          <a:off x="6502225" y="2058816"/>
          <a:ext cx="1843593" cy="1493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Collaborate with domain experts to refine validation criteria.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Seek external input for specialized data sets.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Establish a feedback loop between experts and the validation team.</a:t>
          </a:r>
          <a:endParaRPr lang="en-US" sz="1100" kern="1200"/>
        </a:p>
      </dsp:txBody>
      <dsp:txXfrm>
        <a:off x="6502225" y="2058816"/>
        <a:ext cx="1843593" cy="1493105"/>
      </dsp:txXfrm>
    </dsp:sp>
    <dsp:sp modelId="{25706F7B-C5F6-4E9A-87C5-76EF70223068}">
      <dsp:nvSpPr>
        <dsp:cNvPr id="0" name=""/>
        <dsp:cNvSpPr/>
      </dsp:nvSpPr>
      <dsp:spPr>
        <a:xfrm>
          <a:off x="8668448" y="799416"/>
          <a:ext cx="645257" cy="64525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2048EE-646A-47DB-B2F6-9354DED2991C}">
      <dsp:nvSpPr>
        <dsp:cNvPr id="0" name=""/>
        <dsp:cNvSpPr/>
      </dsp:nvSpPr>
      <dsp:spPr>
        <a:xfrm>
          <a:off x="8668448" y="1563031"/>
          <a:ext cx="1843593" cy="440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i="0" kern="1200" dirty="0"/>
            <a:t>Documentation Flowchart</a:t>
          </a:r>
          <a:endParaRPr lang="en-US" sz="1400" kern="1200" dirty="0"/>
        </a:p>
      </dsp:txBody>
      <dsp:txXfrm>
        <a:off x="8668448" y="1563031"/>
        <a:ext cx="1843593" cy="440734"/>
      </dsp:txXfrm>
    </dsp:sp>
    <dsp:sp modelId="{D7045556-BC2B-4717-B3F0-92F48AC76D40}">
      <dsp:nvSpPr>
        <dsp:cNvPr id="0" name=""/>
        <dsp:cNvSpPr/>
      </dsp:nvSpPr>
      <dsp:spPr>
        <a:xfrm>
          <a:off x="8668448" y="2058816"/>
          <a:ext cx="1843593" cy="1493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Create a detailed flowchart illustrating the data validation process.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Share the flowchart with team members to enhance understanding.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Update the flowchart as processes evolve.</a:t>
          </a:r>
          <a:endParaRPr lang="en-US" sz="1100" kern="1200"/>
        </a:p>
      </dsp:txBody>
      <dsp:txXfrm>
        <a:off x="8668448" y="2058816"/>
        <a:ext cx="1843593" cy="149310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48C0B1-159D-BE44-B689-FE6FDA251492}">
      <dsp:nvSpPr>
        <dsp:cNvPr id="0" name=""/>
        <dsp:cNvSpPr/>
      </dsp:nvSpPr>
      <dsp:spPr>
        <a:xfrm>
          <a:off x="8879" y="705064"/>
          <a:ext cx="2141589" cy="642476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328" tIns="79328" rIns="79328" bIns="7932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i="0" kern="1200"/>
            <a:t>Security Audit Conduct</a:t>
          </a:r>
          <a:endParaRPr lang="en-US" sz="1700" kern="1200"/>
        </a:p>
      </dsp:txBody>
      <dsp:txXfrm>
        <a:off x="201622" y="705064"/>
        <a:ext cx="1756103" cy="642476"/>
      </dsp:txXfrm>
    </dsp:sp>
    <dsp:sp modelId="{FC4A8F8D-4DBD-2543-B685-A8227E386338}">
      <dsp:nvSpPr>
        <dsp:cNvPr id="0" name=""/>
        <dsp:cNvSpPr/>
      </dsp:nvSpPr>
      <dsp:spPr>
        <a:xfrm>
          <a:off x="8879" y="1347541"/>
          <a:ext cx="1948846" cy="229873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002" tIns="154002" rIns="154002" bIns="308004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/>
            <a:t>Conduct a comprehensive security audit of the project infrastructure.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/>
            <a:t>Identify potential vulnerabilities and gaps in security protocols.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/>
            <a:t>Utilize automated tools and external experts for thorough evaluation.</a:t>
          </a:r>
          <a:endParaRPr lang="en-US" sz="1200" kern="1200"/>
        </a:p>
      </dsp:txBody>
      <dsp:txXfrm>
        <a:off x="8879" y="1347541"/>
        <a:ext cx="1948846" cy="2298731"/>
      </dsp:txXfrm>
    </dsp:sp>
    <dsp:sp modelId="{00516436-8C39-0741-98AD-97865318A965}">
      <dsp:nvSpPr>
        <dsp:cNvPr id="0" name=""/>
        <dsp:cNvSpPr/>
      </dsp:nvSpPr>
      <dsp:spPr>
        <a:xfrm>
          <a:off x="2097942" y="705064"/>
          <a:ext cx="2141589" cy="642476"/>
        </a:xfrm>
        <a:prstGeom prst="chevron">
          <a:avLst>
            <a:gd name="adj" fmla="val 3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328" tIns="79328" rIns="79328" bIns="7932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i="0" kern="1200"/>
            <a:t>Collaboration with Experts</a:t>
          </a:r>
          <a:endParaRPr lang="en-US" sz="1700" kern="1200"/>
        </a:p>
      </dsp:txBody>
      <dsp:txXfrm>
        <a:off x="2290685" y="705064"/>
        <a:ext cx="1756103" cy="642476"/>
      </dsp:txXfrm>
    </dsp:sp>
    <dsp:sp modelId="{93C9E512-44A9-164A-80AC-68D7DD6C40A5}">
      <dsp:nvSpPr>
        <dsp:cNvPr id="0" name=""/>
        <dsp:cNvSpPr/>
      </dsp:nvSpPr>
      <dsp:spPr>
        <a:xfrm>
          <a:off x="2097942" y="1347541"/>
          <a:ext cx="1948846" cy="2298731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002" tIns="154002" rIns="154002" bIns="308004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/>
            <a:t>Collaborate with cybersecurity experts to address identified gaps.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/>
            <a:t>Establish a continuous dialogue for ongoing security improvements.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/>
            <a:t>Train the team on cybersecurity best practices.</a:t>
          </a:r>
          <a:endParaRPr lang="en-US" sz="1200" kern="1200"/>
        </a:p>
      </dsp:txBody>
      <dsp:txXfrm>
        <a:off x="2097942" y="1347541"/>
        <a:ext cx="1948846" cy="2298731"/>
      </dsp:txXfrm>
    </dsp:sp>
    <dsp:sp modelId="{C7DC05E0-ADA3-2348-8EED-4F5AA5DB392D}">
      <dsp:nvSpPr>
        <dsp:cNvPr id="0" name=""/>
        <dsp:cNvSpPr/>
      </dsp:nvSpPr>
      <dsp:spPr>
        <a:xfrm>
          <a:off x="4187005" y="705064"/>
          <a:ext cx="2141589" cy="642476"/>
        </a:xfrm>
        <a:prstGeom prst="chevron">
          <a:avLst>
            <a:gd name="adj" fmla="val 3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328" tIns="79328" rIns="79328" bIns="7932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i="0" kern="1200"/>
            <a:t>Controls Implementation</a:t>
          </a:r>
          <a:endParaRPr lang="en-US" sz="1700" kern="1200"/>
        </a:p>
      </dsp:txBody>
      <dsp:txXfrm>
        <a:off x="4379748" y="705064"/>
        <a:ext cx="1756103" cy="642476"/>
      </dsp:txXfrm>
    </dsp:sp>
    <dsp:sp modelId="{1859D789-24D6-EC47-A4C5-DEB6DDAF0AF8}">
      <dsp:nvSpPr>
        <dsp:cNvPr id="0" name=""/>
        <dsp:cNvSpPr/>
      </dsp:nvSpPr>
      <dsp:spPr>
        <a:xfrm>
          <a:off x="4187005" y="1347541"/>
          <a:ext cx="1948846" cy="2298731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002" tIns="154002" rIns="154002" bIns="308004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/>
            <a:t>Implement additional security controls based on audit findings.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/>
            <a:t>Regularly update and patch security systems.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/>
            <a:t>Enforce strict access controls and data encryption.</a:t>
          </a:r>
          <a:endParaRPr lang="en-US" sz="1200" kern="1200"/>
        </a:p>
      </dsp:txBody>
      <dsp:txXfrm>
        <a:off x="4187005" y="1347541"/>
        <a:ext cx="1948846" cy="2298731"/>
      </dsp:txXfrm>
    </dsp:sp>
    <dsp:sp modelId="{4CDBE8E1-540D-B140-AA66-BFA6C39AA4C2}">
      <dsp:nvSpPr>
        <dsp:cNvPr id="0" name=""/>
        <dsp:cNvSpPr/>
      </dsp:nvSpPr>
      <dsp:spPr>
        <a:xfrm>
          <a:off x="6276068" y="705064"/>
          <a:ext cx="2141589" cy="642476"/>
        </a:xfrm>
        <a:prstGeom prst="chevron">
          <a:avLst>
            <a:gd name="adj" fmla="val 3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328" tIns="79328" rIns="79328" bIns="7932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i="0" kern="1200"/>
            <a:t>Training Conduct</a:t>
          </a:r>
          <a:endParaRPr lang="en-US" sz="1700" kern="1200"/>
        </a:p>
      </dsp:txBody>
      <dsp:txXfrm>
        <a:off x="6468811" y="705064"/>
        <a:ext cx="1756103" cy="642476"/>
      </dsp:txXfrm>
    </dsp:sp>
    <dsp:sp modelId="{75E0708F-0FC0-EF49-BAB4-E9A46C0442BB}">
      <dsp:nvSpPr>
        <dsp:cNvPr id="0" name=""/>
        <dsp:cNvSpPr/>
      </dsp:nvSpPr>
      <dsp:spPr>
        <a:xfrm>
          <a:off x="6276068" y="1347541"/>
          <a:ext cx="1948846" cy="229873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002" tIns="154002" rIns="154002" bIns="308004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/>
            <a:t>Conduct regular security awareness training for team members.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/>
            <a:t>Ensure that all team members are well-versed in security protocols.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/>
            <a:t>Establish protocols for reporting security incidents.</a:t>
          </a:r>
          <a:endParaRPr lang="en-US" sz="1200" kern="1200"/>
        </a:p>
      </dsp:txBody>
      <dsp:txXfrm>
        <a:off x="6276068" y="1347541"/>
        <a:ext cx="1948846" cy="2298731"/>
      </dsp:txXfrm>
    </dsp:sp>
    <dsp:sp modelId="{7B5C6CE9-4524-BE4A-B257-9D65E467A890}">
      <dsp:nvSpPr>
        <dsp:cNvPr id="0" name=""/>
        <dsp:cNvSpPr/>
      </dsp:nvSpPr>
      <dsp:spPr>
        <a:xfrm>
          <a:off x="8365131" y="705064"/>
          <a:ext cx="2141589" cy="642476"/>
        </a:xfrm>
        <a:prstGeom prst="chevron">
          <a:avLst>
            <a:gd name="adj" fmla="val 3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328" tIns="79328" rIns="79328" bIns="7932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i="0" kern="1200"/>
            <a:t>Monitoring Establishment</a:t>
          </a:r>
          <a:endParaRPr lang="en-US" sz="1700" kern="1200"/>
        </a:p>
      </dsp:txBody>
      <dsp:txXfrm>
        <a:off x="8557874" y="705064"/>
        <a:ext cx="1756103" cy="642476"/>
      </dsp:txXfrm>
    </dsp:sp>
    <dsp:sp modelId="{AB4DB331-B2F8-2E42-9A34-943300EE94B8}">
      <dsp:nvSpPr>
        <dsp:cNvPr id="0" name=""/>
        <dsp:cNvSpPr/>
      </dsp:nvSpPr>
      <dsp:spPr>
        <a:xfrm>
          <a:off x="8365131" y="1347541"/>
          <a:ext cx="1948846" cy="2298731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002" tIns="154002" rIns="154002" bIns="308004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/>
            <a:t>Implement continuous monitoring systems for real-time threat detection.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/>
            <a:t>Set up alerts and response protocols for security incidents.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/>
            <a:t>Regularly review and update monitoring mechanisms.</a:t>
          </a:r>
          <a:endParaRPr lang="en-US" sz="1200" kern="1200"/>
        </a:p>
      </dsp:txBody>
      <dsp:txXfrm>
        <a:off x="8365131" y="1347541"/>
        <a:ext cx="1948846" cy="229873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539688-1C8C-A846-BB72-3630B1E09A48}">
      <dsp:nvSpPr>
        <dsp:cNvPr id="0" name=""/>
        <dsp:cNvSpPr/>
      </dsp:nvSpPr>
      <dsp:spPr>
        <a:xfrm>
          <a:off x="3953" y="146558"/>
          <a:ext cx="2377306" cy="6535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/>
            <a:t>Regulations Monitoring:</a:t>
          </a:r>
          <a:endParaRPr lang="en-US" sz="1800" kern="1200"/>
        </a:p>
      </dsp:txBody>
      <dsp:txXfrm>
        <a:off x="3953" y="146558"/>
        <a:ext cx="2377306" cy="653563"/>
      </dsp:txXfrm>
    </dsp:sp>
    <dsp:sp modelId="{F554C757-E5BD-8D4D-86E6-E6EF19E3BA7D}">
      <dsp:nvSpPr>
        <dsp:cNvPr id="0" name=""/>
        <dsp:cNvSpPr/>
      </dsp:nvSpPr>
      <dsp:spPr>
        <a:xfrm>
          <a:off x="3953" y="800121"/>
          <a:ext cx="2377306" cy="340465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0" i="0" kern="1200"/>
            <a:t>Assign responsibility for monitoring legal and regulatory changes.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0" i="0" kern="1200"/>
            <a:t>Utilize automated tools for tracking updates.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0" i="0" kern="1200"/>
            <a:t>Establish a system for immediate notification of relevant changes.</a:t>
          </a:r>
          <a:endParaRPr lang="en-US" sz="1800" kern="1200"/>
        </a:p>
      </dsp:txBody>
      <dsp:txXfrm>
        <a:off x="3953" y="800121"/>
        <a:ext cx="2377306" cy="3404657"/>
      </dsp:txXfrm>
    </dsp:sp>
    <dsp:sp modelId="{DD4F2BD4-8C07-B340-93A9-2EB98BB7D278}">
      <dsp:nvSpPr>
        <dsp:cNvPr id="0" name=""/>
        <dsp:cNvSpPr/>
      </dsp:nvSpPr>
      <dsp:spPr>
        <a:xfrm>
          <a:off x="2714082" y="146558"/>
          <a:ext cx="2377306" cy="65356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/>
            <a:t>Legal Reviews Establishment:</a:t>
          </a:r>
          <a:endParaRPr lang="en-US" sz="1800" kern="1200"/>
        </a:p>
      </dsp:txBody>
      <dsp:txXfrm>
        <a:off x="2714082" y="146558"/>
        <a:ext cx="2377306" cy="653563"/>
      </dsp:txXfrm>
    </dsp:sp>
    <dsp:sp modelId="{8282A186-DC6F-6147-85FC-D80C0A1355D7}">
      <dsp:nvSpPr>
        <dsp:cNvPr id="0" name=""/>
        <dsp:cNvSpPr/>
      </dsp:nvSpPr>
      <dsp:spPr>
        <a:xfrm>
          <a:off x="2714082" y="800121"/>
          <a:ext cx="2377306" cy="340465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0" i="0" kern="1200"/>
            <a:t>Establish a legal review process for project documentation.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0" i="0" kern="1200"/>
            <a:t>Conduct regular legal reviews to ensure compliance.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0" i="0" kern="1200"/>
            <a:t>Document legal implications and required actions.</a:t>
          </a:r>
          <a:endParaRPr lang="en-US" sz="1800" kern="1200"/>
        </a:p>
      </dsp:txBody>
      <dsp:txXfrm>
        <a:off x="2714082" y="800121"/>
        <a:ext cx="2377306" cy="3404657"/>
      </dsp:txXfrm>
    </dsp:sp>
    <dsp:sp modelId="{EF3AEB53-597C-9D43-AF13-B94B1BFE1142}">
      <dsp:nvSpPr>
        <dsp:cNvPr id="0" name=""/>
        <dsp:cNvSpPr/>
      </dsp:nvSpPr>
      <dsp:spPr>
        <a:xfrm>
          <a:off x="5424211" y="146558"/>
          <a:ext cx="2377306" cy="65356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/>
            <a:t>Collaboration with Experts:</a:t>
          </a:r>
          <a:endParaRPr lang="en-US" sz="1800" kern="1200"/>
        </a:p>
      </dsp:txBody>
      <dsp:txXfrm>
        <a:off x="5424211" y="146558"/>
        <a:ext cx="2377306" cy="653563"/>
      </dsp:txXfrm>
    </dsp:sp>
    <dsp:sp modelId="{7CE50EE5-C2CF-7741-B821-D4B9799E771C}">
      <dsp:nvSpPr>
        <dsp:cNvPr id="0" name=""/>
        <dsp:cNvSpPr/>
      </dsp:nvSpPr>
      <dsp:spPr>
        <a:xfrm>
          <a:off x="5424211" y="800121"/>
          <a:ext cx="2377306" cy="340465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0" i="0" kern="1200"/>
            <a:t>Collaborate with legal experts to interpret and navigate complex regulations.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0" i="0" kern="1200"/>
            <a:t>Seek legal advice on potential impacts and mitigation strategies.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0" i="0" kern="1200"/>
            <a:t>Establish a legal feedback loop for ongoing compliance.</a:t>
          </a:r>
          <a:endParaRPr lang="en-US" sz="1800" kern="1200"/>
        </a:p>
      </dsp:txBody>
      <dsp:txXfrm>
        <a:off x="5424211" y="800121"/>
        <a:ext cx="2377306" cy="3404657"/>
      </dsp:txXfrm>
    </dsp:sp>
    <dsp:sp modelId="{B938110B-6EB0-984C-A5DD-C02C45594BB9}">
      <dsp:nvSpPr>
        <dsp:cNvPr id="0" name=""/>
        <dsp:cNvSpPr/>
      </dsp:nvSpPr>
      <dsp:spPr>
        <a:xfrm>
          <a:off x="8134340" y="146558"/>
          <a:ext cx="2377306" cy="65356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/>
            <a:t>Checks Implementation:</a:t>
          </a:r>
          <a:endParaRPr lang="en-US" sz="1800" kern="1200"/>
        </a:p>
      </dsp:txBody>
      <dsp:txXfrm>
        <a:off x="8134340" y="146558"/>
        <a:ext cx="2377306" cy="653563"/>
      </dsp:txXfrm>
    </dsp:sp>
    <dsp:sp modelId="{2FB5E1AD-61B0-064B-B65F-65624ACD8AF4}">
      <dsp:nvSpPr>
        <dsp:cNvPr id="0" name=""/>
        <dsp:cNvSpPr/>
      </dsp:nvSpPr>
      <dsp:spPr>
        <a:xfrm>
          <a:off x="8134340" y="800121"/>
          <a:ext cx="2377306" cy="340465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0" i="0" kern="1200"/>
            <a:t>Implement regular checks to ensure ongoing compliance.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0" i="0" kern="1200"/>
            <a:t>Update project processes and documentation based on regulatory changes.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0" i="0" kern="1200"/>
            <a:t>Develop a contingency plan for swift adaptation to new requirements.</a:t>
          </a:r>
          <a:endParaRPr lang="en-US" sz="1800" kern="1200"/>
        </a:p>
      </dsp:txBody>
      <dsp:txXfrm>
        <a:off x="8134340" y="800121"/>
        <a:ext cx="2377306" cy="340465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A16076-26A8-40DD-A8DF-89DE9A1168EA}">
      <dsp:nvSpPr>
        <dsp:cNvPr id="0" name=""/>
        <dsp:cNvSpPr/>
      </dsp:nvSpPr>
      <dsp:spPr>
        <a:xfrm>
          <a:off x="3557" y="799416"/>
          <a:ext cx="645257" cy="6452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C59716-ECCA-45C6-B794-62E71F5D8336}">
      <dsp:nvSpPr>
        <dsp:cNvPr id="0" name=""/>
        <dsp:cNvSpPr/>
      </dsp:nvSpPr>
      <dsp:spPr>
        <a:xfrm>
          <a:off x="3557" y="1563031"/>
          <a:ext cx="1843593" cy="440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i="0" kern="1200"/>
            <a:t>Assessments Conduct</a:t>
          </a:r>
          <a:endParaRPr lang="en-US" sz="1400" kern="1200"/>
        </a:p>
      </dsp:txBody>
      <dsp:txXfrm>
        <a:off x="3557" y="1563031"/>
        <a:ext cx="1843593" cy="440734"/>
      </dsp:txXfrm>
    </dsp:sp>
    <dsp:sp modelId="{6D4461B2-1319-4CEC-825E-026039AA7D4A}">
      <dsp:nvSpPr>
        <dsp:cNvPr id="0" name=""/>
        <dsp:cNvSpPr/>
      </dsp:nvSpPr>
      <dsp:spPr>
        <a:xfrm>
          <a:off x="3557" y="2058816"/>
          <a:ext cx="1843593" cy="1493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Conduct thorough assessments of vendor capabilities and reliability.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Evaluate historical performance and client feedback.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Utilize standardized assessment criteria for objectivity.</a:t>
          </a:r>
          <a:endParaRPr lang="en-US" sz="1100" kern="1200"/>
        </a:p>
      </dsp:txBody>
      <dsp:txXfrm>
        <a:off x="3557" y="2058816"/>
        <a:ext cx="1843593" cy="1493105"/>
      </dsp:txXfrm>
    </dsp:sp>
    <dsp:sp modelId="{9D71D877-47F2-4920-B953-4068EAEE8008}">
      <dsp:nvSpPr>
        <dsp:cNvPr id="0" name=""/>
        <dsp:cNvSpPr/>
      </dsp:nvSpPr>
      <dsp:spPr>
        <a:xfrm>
          <a:off x="2169780" y="799416"/>
          <a:ext cx="645257" cy="6452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12EAD8-71DC-4F8F-8265-CA7D2E030B4E}">
      <dsp:nvSpPr>
        <dsp:cNvPr id="0" name=""/>
        <dsp:cNvSpPr/>
      </dsp:nvSpPr>
      <dsp:spPr>
        <a:xfrm>
          <a:off x="2169780" y="1563031"/>
          <a:ext cx="1843593" cy="440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i="0" kern="1200"/>
            <a:t>Channels Establishment</a:t>
          </a:r>
          <a:endParaRPr lang="en-US" sz="1400" kern="1200"/>
        </a:p>
      </dsp:txBody>
      <dsp:txXfrm>
        <a:off x="2169780" y="1563031"/>
        <a:ext cx="1843593" cy="440734"/>
      </dsp:txXfrm>
    </dsp:sp>
    <dsp:sp modelId="{6E260A5E-FAF3-4ACC-ACB2-8D7C97027C88}">
      <dsp:nvSpPr>
        <dsp:cNvPr id="0" name=""/>
        <dsp:cNvSpPr/>
      </dsp:nvSpPr>
      <dsp:spPr>
        <a:xfrm>
          <a:off x="2169780" y="2058816"/>
          <a:ext cx="1843593" cy="1493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Establish clear communication channels with vendors.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Regularly review project goals and expectations.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Foster a collaborative relationship through open communication.</a:t>
          </a:r>
          <a:endParaRPr lang="en-US" sz="1100" kern="1200"/>
        </a:p>
      </dsp:txBody>
      <dsp:txXfrm>
        <a:off x="2169780" y="2058816"/>
        <a:ext cx="1843593" cy="1493105"/>
      </dsp:txXfrm>
    </dsp:sp>
    <dsp:sp modelId="{410864CD-F872-4302-9B3F-2CE215A60E4A}">
      <dsp:nvSpPr>
        <dsp:cNvPr id="0" name=""/>
        <dsp:cNvSpPr/>
      </dsp:nvSpPr>
      <dsp:spPr>
        <a:xfrm>
          <a:off x="4336003" y="799416"/>
          <a:ext cx="645257" cy="6452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FAD612-E52C-4BEC-9945-D723186E3103}">
      <dsp:nvSpPr>
        <dsp:cNvPr id="0" name=""/>
        <dsp:cNvSpPr/>
      </dsp:nvSpPr>
      <dsp:spPr>
        <a:xfrm>
          <a:off x="4336003" y="1563031"/>
          <a:ext cx="1843593" cy="440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i="0" kern="1200"/>
            <a:t>Contingency Plan Development</a:t>
          </a:r>
          <a:endParaRPr lang="en-US" sz="1400" kern="1200"/>
        </a:p>
      </dsp:txBody>
      <dsp:txXfrm>
        <a:off x="4336003" y="1563031"/>
        <a:ext cx="1843593" cy="440734"/>
      </dsp:txXfrm>
    </dsp:sp>
    <dsp:sp modelId="{036BDADC-C082-47B6-BC61-12C9ECA97402}">
      <dsp:nvSpPr>
        <dsp:cNvPr id="0" name=""/>
        <dsp:cNvSpPr/>
      </dsp:nvSpPr>
      <dsp:spPr>
        <a:xfrm>
          <a:off x="4336003" y="2058816"/>
          <a:ext cx="1843593" cy="1493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Develop a contingency plan for potential vendor-related issues.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Identify alternative vendors for critical services.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Clearly outline steps for transitioning to backup vendors.</a:t>
          </a:r>
          <a:endParaRPr lang="en-US" sz="1100" kern="1200"/>
        </a:p>
      </dsp:txBody>
      <dsp:txXfrm>
        <a:off x="4336003" y="2058816"/>
        <a:ext cx="1843593" cy="1493105"/>
      </dsp:txXfrm>
    </dsp:sp>
    <dsp:sp modelId="{BE0DECA7-25FB-4BB3-AD22-8CE74CF0ADD1}">
      <dsp:nvSpPr>
        <dsp:cNvPr id="0" name=""/>
        <dsp:cNvSpPr/>
      </dsp:nvSpPr>
      <dsp:spPr>
        <a:xfrm>
          <a:off x="6502225" y="799416"/>
          <a:ext cx="645257" cy="6452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247D3B-0A46-41F5-9EEE-A0139CED42F5}">
      <dsp:nvSpPr>
        <dsp:cNvPr id="0" name=""/>
        <dsp:cNvSpPr/>
      </dsp:nvSpPr>
      <dsp:spPr>
        <a:xfrm>
          <a:off x="6502225" y="1563031"/>
          <a:ext cx="1843593" cy="440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i="0" kern="1200"/>
            <a:t>Performance Monitoring</a:t>
          </a:r>
          <a:endParaRPr lang="en-US" sz="1400" kern="1200"/>
        </a:p>
      </dsp:txBody>
      <dsp:txXfrm>
        <a:off x="6502225" y="1563031"/>
        <a:ext cx="1843593" cy="440734"/>
      </dsp:txXfrm>
    </dsp:sp>
    <dsp:sp modelId="{9AD50D71-0D98-4D6C-A092-6296B449403D}">
      <dsp:nvSpPr>
        <dsp:cNvPr id="0" name=""/>
        <dsp:cNvSpPr/>
      </dsp:nvSpPr>
      <dsp:spPr>
        <a:xfrm>
          <a:off x="6502225" y="2058816"/>
          <a:ext cx="1843593" cy="1493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Implement performance monitoring metrics for vendors.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Regularly evaluate vendor performance against agreed-upon criteria.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Provide constructive feedback and address performance issues promptly.</a:t>
          </a:r>
          <a:endParaRPr lang="en-US" sz="1100" kern="1200"/>
        </a:p>
      </dsp:txBody>
      <dsp:txXfrm>
        <a:off x="6502225" y="2058816"/>
        <a:ext cx="1843593" cy="1493105"/>
      </dsp:txXfrm>
    </dsp:sp>
    <dsp:sp modelId="{A29EF5B7-F619-4954-9F2F-C970296CC46C}">
      <dsp:nvSpPr>
        <dsp:cNvPr id="0" name=""/>
        <dsp:cNvSpPr/>
      </dsp:nvSpPr>
      <dsp:spPr>
        <a:xfrm>
          <a:off x="8668448" y="799416"/>
          <a:ext cx="645257" cy="64525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CC9706-F308-490F-AF4F-E050366D78A4}">
      <dsp:nvSpPr>
        <dsp:cNvPr id="0" name=""/>
        <dsp:cNvSpPr/>
      </dsp:nvSpPr>
      <dsp:spPr>
        <a:xfrm>
          <a:off x="8668448" y="1563031"/>
          <a:ext cx="1843593" cy="440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i="0" kern="1200"/>
            <a:t>Reviews Implementation</a:t>
          </a:r>
          <a:endParaRPr lang="en-US" sz="1400" kern="1200"/>
        </a:p>
      </dsp:txBody>
      <dsp:txXfrm>
        <a:off x="8668448" y="1563031"/>
        <a:ext cx="1843593" cy="440734"/>
      </dsp:txXfrm>
    </dsp:sp>
    <dsp:sp modelId="{587FE153-B6E7-4183-A84C-385AFB9839C5}">
      <dsp:nvSpPr>
        <dsp:cNvPr id="0" name=""/>
        <dsp:cNvSpPr/>
      </dsp:nvSpPr>
      <dsp:spPr>
        <a:xfrm>
          <a:off x="8668448" y="2058816"/>
          <a:ext cx="1843593" cy="1493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Conduct regular reviews of vendor performance.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Seek feedback from project team members regarding vendor interactions.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/>
            <a:t>Implement a continuous improvement process based on reviews.</a:t>
          </a:r>
          <a:endParaRPr lang="en-US" sz="1100" kern="1200"/>
        </a:p>
      </dsp:txBody>
      <dsp:txXfrm>
        <a:off x="8668448" y="2058816"/>
        <a:ext cx="1843593" cy="14931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CE5A3-01E1-2793-9A77-F20C345B76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4028E-E3A3-FB89-A58A-5EC2E6770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A98F4-1241-A882-C8C0-7C0B16286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4CF6-A712-6D45-8FB5-D11544A7B6E2}" type="datetimeFigureOut">
              <a:rPr lang="en-US" smtClean="0"/>
              <a:t>12/9/23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79F4A-03F5-F84F-C6E1-FAC25F8C9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3AB3D-A321-686F-E5FA-8BAC5E5E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896D-D28D-304D-AD1C-0979E9B7A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E2DF3-3E0C-FCB8-F1BC-7F54B5BA3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E8F24-FEBC-FB60-154D-42F38C6EF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65B91-0819-9E94-44FF-5031E7B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4CF6-A712-6D45-8FB5-D11544A7B6E2}" type="datetimeFigureOut">
              <a:rPr lang="en-US" smtClean="0"/>
              <a:t>12/9/23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BCA25-C5B6-D9E4-9C97-50D30FD58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2D468-D5B4-78E1-996F-A062ADDA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896D-D28D-304D-AD1C-0979E9B7A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060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F9684-3859-D81B-E457-A3F84ABBD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4AEA1-BABC-8632-19F0-BC6829114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736D6-A184-F63C-6585-60A956E37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4CF6-A712-6D45-8FB5-D11544A7B6E2}" type="datetimeFigureOut">
              <a:rPr lang="en-US" smtClean="0"/>
              <a:t>12/9/23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BBA5D-6580-F903-5832-617EF5ED6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56FC5-5DCB-E431-E78B-7A4C92007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896D-D28D-304D-AD1C-0979E9B7A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124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FF5B3-B519-34E6-1FEB-47049CE93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AE9F4-A544-7049-8613-2AD2B53849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27347C-259E-C6C6-5638-1F6442449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C63CD-4F21-74E6-6945-D1C661659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4CF6-A712-6D45-8FB5-D11544A7B6E2}" type="datetimeFigureOut">
              <a:rPr lang="en-US" smtClean="0"/>
              <a:t>12/9/23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8F81D-3050-7134-0CE8-6192AB40F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A1488-23DE-CE7B-D636-D27F1BEF1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896D-D28D-304D-AD1C-0979E9B7A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12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21A40-0D88-CE3C-3694-76C7AC483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41006-91D4-13D9-A267-9035CD511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39BD0-3D9D-FB2C-1B2B-9CF1DC21F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1C83F6-AA47-86D0-1DF4-CF730C82ED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ABD5B4-6339-49B8-4B5F-DA24142C3B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95DBC2-623D-9EA0-47D5-8D13303BA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4CF6-A712-6D45-8FB5-D11544A7B6E2}" type="datetimeFigureOut">
              <a:rPr lang="en-US" smtClean="0"/>
              <a:t>12/9/23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4F0C82-51C3-0AF8-7012-5925FFC2A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1546CE-5880-E8C2-17E6-C988F047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896D-D28D-304D-AD1C-0979E9B7A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648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3DEBF-3543-FE14-34AA-A1C6C31B5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156C8A-48FB-FF19-79DB-BC44F7B20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4CF6-A712-6D45-8FB5-D11544A7B6E2}" type="datetimeFigureOut">
              <a:rPr lang="en-US" smtClean="0"/>
              <a:t>12/9/23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E4F221-8289-FD20-D6B7-C565D4D8A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91F64A-69F3-0586-E523-2C1A9EEC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896D-D28D-304D-AD1C-0979E9B7A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13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7F833C-25C2-D5B8-13DC-AED9EF67C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4CF6-A712-6D45-8FB5-D11544A7B6E2}" type="datetimeFigureOut">
              <a:rPr lang="en-US" smtClean="0"/>
              <a:t>12/9/23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A67D01-591F-1444-B463-D292A4BE0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54092-C07B-6729-13F8-C08F04DD6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896D-D28D-304D-AD1C-0979E9B7A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28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F553C-7D84-93F9-1A27-ACA158C2E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72571-8017-A24A-CD82-2DE6A74F8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C35BB-BB6D-A38E-B70D-BC2535211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56168-3FAA-A647-3679-44BDACF5A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4CF6-A712-6D45-8FB5-D11544A7B6E2}" type="datetimeFigureOut">
              <a:rPr lang="en-US" smtClean="0"/>
              <a:t>12/9/23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3D19E-C0CB-2856-9D0F-56AB71313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A29A2-E462-2ABC-AFA8-58A812FA9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896D-D28D-304D-AD1C-0979E9B7A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393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BABD6-3BCA-4610-B2FE-8788AC410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55F285-6062-CFB3-83AF-D6C738CA5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985CC-F340-6C85-98C0-91B73EDD6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65956-F14F-53A4-7EA5-34EDE9799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4CF6-A712-6D45-8FB5-D11544A7B6E2}" type="datetimeFigureOut">
              <a:rPr lang="en-US" smtClean="0"/>
              <a:t>12/9/23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77E9C-C42C-B253-B147-5D4710CCA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8BBBC-8642-B9E2-3469-7124794E2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896D-D28D-304D-AD1C-0979E9B7A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89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5B39D-F277-7360-F66B-071BE4A71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59AD3B-603D-0C4B-8235-88DE93C38B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2CBFA-ABF8-DD45-E9F5-34491BEEB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4CF6-A712-6D45-8FB5-D11544A7B6E2}" type="datetimeFigureOut">
              <a:rPr lang="en-US" smtClean="0"/>
              <a:t>12/9/23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D048B-FF90-A1F9-36CE-3C4314919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B468A-A6BE-91A9-6B66-E1C869C68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896D-D28D-304D-AD1C-0979E9B7A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6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57A782-0961-9BCB-FE0C-1EDCD9A2F6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5F98E-B7D0-00EE-6BE3-C947C92EC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2B016-4E9E-A246-E35F-D725F7ACA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4CF6-A712-6D45-8FB5-D11544A7B6E2}" type="datetimeFigureOut">
              <a:rPr lang="en-US" smtClean="0"/>
              <a:t>12/9/23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A838D-6F03-9E7A-06DE-749F656CB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3D15A-A9AC-D1CF-F2FD-011944316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896D-D28D-304D-AD1C-0979E9B7A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699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01BA0E-02A2-AB77-8507-8D2964F77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D6788-5DB7-1656-4E6F-E6FC0E9FC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39B8F-9C5C-5C4A-250E-2F9934EF6D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B4CF6-A712-6D45-8FB5-D11544A7B6E2}" type="datetimeFigureOut">
              <a:rPr lang="en-US" smtClean="0"/>
              <a:t>12/9/23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C4701-2DCF-C17B-2891-B443DB41D0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E02BA-6343-02F6-02D5-BC5DDA625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F896D-D28D-304D-AD1C-0979E9B7A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648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3.svg"/><Relationship Id="rId7" Type="http://schemas.openxmlformats.org/officeDocument/2006/relationships/diagramColors" Target="../diagrams/colors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Background Fill">
            <a:extLst>
              <a:ext uri="{FF2B5EF4-FFF2-40B4-BE49-F238E27FC236}">
                <a16:creationId xmlns:a16="http://schemas.microsoft.com/office/drawing/2014/main" id="{3C915414-2809-4735-A560-0D5FE6670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076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5" name="Grid">
            <a:extLst>
              <a:ext uri="{FF2B5EF4-FFF2-40B4-BE49-F238E27FC236}">
                <a16:creationId xmlns:a16="http://schemas.microsoft.com/office/drawing/2014/main" id="{24413201-85BF-4680-A7D4-10CDBD035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038471" cy="6858000"/>
            <a:chOff x="0" y="-12406"/>
            <a:chExt cx="12038471" cy="6858000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F819D8C-C8E5-4336-9882-79FBF65551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D732480-09E4-401A-B2D9-E6C662FBC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719781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7D8355C-E417-4D36-91FF-2CC1E1FE9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672683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6ADF7267-EAAE-43CE-ACEF-608328FB1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-25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4C901E2-0CDB-4316-B262-3B9E68F335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729498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8F6D31A-084C-4F10-9A8F-A9645DFB71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60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38E09F0-F130-45B5-B0AF-7EF3F0172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684395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569330E2-17DA-4F0D-B377-6E4499C79A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513120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3192707-5744-4C77-8CD6-D682F9080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20892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367A44A-5DD0-43B5-B6DB-1CA3BC5AF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3422784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280809D1-164B-4A0C-84BB-2AC46F3BD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832198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E379EC94-3698-4695-8CE7-61DBDF5EE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3538773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755B95C-6A71-4D4F-8F48-B21F893E6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5240042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6099C53A-E394-462E-BF63-1639A8E283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828837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AC427FF-C3BE-45A0-9FB1-A6A4C8C4C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439563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B15D91A-BF52-4704-8F6B-A7C474618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59344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1D9241FD-0E0D-409B-A2AF-8F06ACB75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79125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F8B3D884-11F6-4FF3-82C2-1C2311451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598907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15AB342-981A-44B4-846D-B0B2394AC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038471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872C80E7-0A00-4063-BEE2-6B6B446A4A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318688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CDDFAF9B-F940-4E8C-905E-31851E6E7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549263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DE75405B-4987-4ED0-838B-B550E11C50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72269" y="1609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2D23C412-06C7-4364-B5C1-6492A9D36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90113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3E558B2C-BA31-4EF6-AA51-34C38C4FA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715787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9BF6B7B-33CA-48B1-A1DC-E4917FB89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435730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B91E8E40-9C42-4E16-980F-D9B38872F3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4293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6B7E3690-D803-4CC7-BA93-B51ACF040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4177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6B889C-A24E-07C6-E3B1-499DD3082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640" y="1359265"/>
            <a:ext cx="5635821" cy="20617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altLang="en-US" sz="4800" dirty="0"/>
              <a:t>ITIS 6342</a:t>
            </a:r>
            <a:br>
              <a:rPr lang="en-US" altLang="en-US" sz="4800" dirty="0"/>
            </a:br>
            <a:r>
              <a:rPr lang="en-US" altLang="en-US" sz="4800" dirty="0"/>
              <a:t>Risk Management</a:t>
            </a:r>
            <a:endParaRPr lang="en-US" sz="480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0CA228F-98DF-49C4-9649-32D7199CC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0800" y="1141470"/>
            <a:ext cx="6135281" cy="0"/>
          </a:xfrm>
          <a:prstGeom prst="line">
            <a:avLst/>
          </a:prstGeom>
          <a:ln w="50800" cap="sq">
            <a:solidFill>
              <a:schemeClr val="accent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1E370F4-6FE2-45A6-AC8E-CCB1A8AED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728" y="3565194"/>
            <a:ext cx="6814808" cy="3159505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DA231-681C-9FEA-FBA3-E6E2DED05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640" y="3803677"/>
            <a:ext cx="5635821" cy="28308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altLang="en-US"/>
              <a:t>Muthu Selvam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altLang="en-US"/>
              <a:t>Armel Atayi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altLang="en-US"/>
              <a:t>Sandeep Raj Chinnakandukur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altLang="en-US"/>
              <a:t>Sagarika Namasani</a:t>
            </a:r>
          </a:p>
        </p:txBody>
      </p:sp>
      <p:sp>
        <p:nvSpPr>
          <p:cNvPr id="108" name="Color">
            <a:extLst>
              <a:ext uri="{FF2B5EF4-FFF2-40B4-BE49-F238E27FC236}">
                <a16:creationId xmlns:a16="http://schemas.microsoft.com/office/drawing/2014/main" id="{D665D759-2DF8-4D47-8386-4BA28901A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7704" y="147451"/>
            <a:ext cx="685800" cy="658648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CA7870-FE04-2D26-6C82-8F626EC30B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97" r="23917" b="1"/>
          <a:stretch/>
        </p:blipFill>
        <p:spPr>
          <a:xfrm>
            <a:off x="7075533" y="238968"/>
            <a:ext cx="4266870" cy="649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16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D1EDCA2-DBD7-8659-0B8E-1DF7D1B0EE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4000" dirty="0"/>
              <a:t>Step One - Categorize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A5D3020-99C8-4215-ED2C-68AB960A8854}"/>
              </a:ext>
            </a:extLst>
          </p:cNvPr>
          <p:cNvSpPr txBox="1">
            <a:spLocks noChangeArrowheads="1"/>
          </p:cNvSpPr>
          <p:nvPr/>
        </p:nvSpPr>
        <p:spPr>
          <a:xfrm>
            <a:off x="1144327" y="1737360"/>
            <a:ext cx="4762147" cy="3479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41248">
              <a:spcBef>
                <a:spcPts val="920"/>
              </a:spcBef>
              <a:buNone/>
            </a:pPr>
            <a:r>
              <a:rPr lang="en-US" alt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External Risk</a:t>
            </a:r>
            <a:endParaRPr lang="en-US" altLang="en-US" sz="2000" b="1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AF0F266-27D6-C96E-1A63-2B33CE62E696}"/>
              </a:ext>
            </a:extLst>
          </p:cNvPr>
          <p:cNvSpPr txBox="1">
            <a:spLocks noChangeArrowheads="1"/>
          </p:cNvSpPr>
          <p:nvPr/>
        </p:nvSpPr>
        <p:spPr>
          <a:xfrm>
            <a:off x="6698259" y="1738387"/>
            <a:ext cx="4649445" cy="3479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41248">
              <a:spcBef>
                <a:spcPts val="920"/>
              </a:spcBef>
              <a:buNone/>
            </a:pPr>
            <a:r>
              <a:rPr lang="en-US" alt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Internal Risk</a:t>
            </a:r>
            <a:endParaRPr lang="en-US" altLang="en-US" sz="2000" b="1" dirty="0"/>
          </a:p>
        </p:txBody>
      </p:sp>
      <p:graphicFrame>
        <p:nvGraphicFramePr>
          <p:cNvPr id="21" name="Content Placeholder 3">
            <a:extLst>
              <a:ext uri="{FF2B5EF4-FFF2-40B4-BE49-F238E27FC236}">
                <a16:creationId xmlns:a16="http://schemas.microsoft.com/office/drawing/2014/main" id="{E7EEA143-76A2-AC7A-C33A-E44EA6C41D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4896884"/>
              </p:ext>
            </p:extLst>
          </p:nvPr>
        </p:nvGraphicFramePr>
        <p:xfrm>
          <a:off x="1204518" y="2115131"/>
          <a:ext cx="4701956" cy="4157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1" name="Content Placeholder 3">
            <a:extLst>
              <a:ext uri="{FF2B5EF4-FFF2-40B4-BE49-F238E27FC236}">
                <a16:creationId xmlns:a16="http://schemas.microsoft.com/office/drawing/2014/main" id="{61B157D9-EDE9-A59F-B06F-F89D9D0D5E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990756"/>
              </p:ext>
            </p:extLst>
          </p:nvPr>
        </p:nvGraphicFramePr>
        <p:xfrm>
          <a:off x="6698259" y="2085299"/>
          <a:ext cx="4701956" cy="4157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712019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483" name="Rectangle 19482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45431200-7932-EF1D-6B3B-31380EF2A1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 Two </a:t>
            </a:r>
            <a:r>
              <a:rPr lang="en-US" altLang="en-US" sz="3400" dirty="0"/>
              <a:t>-</a:t>
            </a:r>
            <a:r>
              <a:rPr lang="en-US" alt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Compartmentalize</a:t>
            </a:r>
            <a:r>
              <a:rPr lang="en-US" altLang="en-US" sz="3400" dirty="0"/>
              <a:t> </a:t>
            </a:r>
            <a:r>
              <a:rPr lang="en-US" altLang="en-US" sz="34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External Risks</a:t>
            </a:r>
          </a:p>
        </p:txBody>
      </p:sp>
      <p:sp>
        <p:nvSpPr>
          <p:cNvPr id="19485" name="Rectangle 19484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487" name="Rectangle 19486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59" name="Rectangle 4">
            <a:extLst>
              <a:ext uri="{FF2B5EF4-FFF2-40B4-BE49-F238E27FC236}">
                <a16:creationId xmlns:a16="http://schemas.microsoft.com/office/drawing/2014/main" id="{D52D8CE5-4C3D-FEF3-5FD5-FA8E8B19E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895" y="2007735"/>
            <a:ext cx="6429279" cy="37428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  <p:sp>
        <p:nvSpPr>
          <p:cNvPr id="19460" name="Line 5">
            <a:extLst>
              <a:ext uri="{FF2B5EF4-FFF2-40B4-BE49-F238E27FC236}">
                <a16:creationId xmlns:a16="http://schemas.microsoft.com/office/drawing/2014/main" id="{8E05C8B5-0DAC-A8F3-CB8D-D25421A24D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1387" y="2755245"/>
            <a:ext cx="6361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1" name="Line 6">
            <a:extLst>
              <a:ext uri="{FF2B5EF4-FFF2-40B4-BE49-F238E27FC236}">
                <a16:creationId xmlns:a16="http://schemas.microsoft.com/office/drawing/2014/main" id="{370A9900-244C-88D5-D473-F80C28CB0F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1387" y="4536546"/>
            <a:ext cx="629817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2" name="Line 7">
            <a:extLst>
              <a:ext uri="{FF2B5EF4-FFF2-40B4-BE49-F238E27FC236}">
                <a16:creationId xmlns:a16="http://schemas.microsoft.com/office/drawing/2014/main" id="{555117D7-0151-9451-A0A3-2731F8209F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9924" y="1928213"/>
            <a:ext cx="0" cy="388069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3" name="Line 9">
            <a:extLst>
              <a:ext uri="{FF2B5EF4-FFF2-40B4-BE49-F238E27FC236}">
                <a16:creationId xmlns:a16="http://schemas.microsoft.com/office/drawing/2014/main" id="{C6501300-F137-93EB-A745-FF176D95CD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6549" y="1991831"/>
            <a:ext cx="0" cy="38170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4" name="Line 10">
            <a:extLst>
              <a:ext uri="{FF2B5EF4-FFF2-40B4-BE49-F238E27FC236}">
                <a16:creationId xmlns:a16="http://schemas.microsoft.com/office/drawing/2014/main" id="{C42C3192-3336-B1AB-4014-2947B83933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4403" y="6126993"/>
            <a:ext cx="617093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5" name="Line 11">
            <a:extLst>
              <a:ext uri="{FF2B5EF4-FFF2-40B4-BE49-F238E27FC236}">
                <a16:creationId xmlns:a16="http://schemas.microsoft.com/office/drawing/2014/main" id="{E992CB66-D8A0-D746-2A6F-3AA28E06AB3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09774" y="1928213"/>
            <a:ext cx="23753" cy="40715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6" name="Text Box 12">
            <a:extLst>
              <a:ext uri="{FF2B5EF4-FFF2-40B4-BE49-F238E27FC236}">
                <a16:creationId xmlns:a16="http://schemas.microsoft.com/office/drawing/2014/main" id="{4336AD77-119F-455B-F0C7-03E8888C5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7297" y="6137538"/>
            <a:ext cx="5611627" cy="322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Impact to the Project</a:t>
            </a:r>
            <a:endParaRPr lang="en-US" altLang="en-US" sz="1800" dirty="0"/>
          </a:p>
        </p:txBody>
      </p:sp>
      <p:sp>
        <p:nvSpPr>
          <p:cNvPr id="19467" name="Text Box 13">
            <a:extLst>
              <a:ext uri="{FF2B5EF4-FFF2-40B4-BE49-F238E27FC236}">
                <a16:creationId xmlns:a16="http://schemas.microsoft.com/office/drawing/2014/main" id="{17A6E620-0A2D-9E0E-3694-EE7E6F5C91B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81779" y="3802851"/>
            <a:ext cx="4071544" cy="322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Likelihood of Happening</a:t>
            </a:r>
            <a:endParaRPr lang="en-US" altLang="en-US" sz="1800" dirty="0"/>
          </a:p>
        </p:txBody>
      </p:sp>
      <p:sp>
        <p:nvSpPr>
          <p:cNvPr id="19468" name="TextBox 2">
            <a:extLst>
              <a:ext uri="{FF2B5EF4-FFF2-40B4-BE49-F238E27FC236}">
                <a16:creationId xmlns:a16="http://schemas.microsoft.com/office/drawing/2014/main" id="{3DCF3A43-B9F5-B417-A4F8-2F68ACEDE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1675" y="2217144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rgbClr val="4472C4"/>
                </a:solidFill>
              </a:rPr>
              <a:t>1</a:t>
            </a:r>
            <a:endParaRPr lang="en-US" altLang="en-US" sz="1800" dirty="0">
              <a:solidFill>
                <a:srgbClr val="4472C4"/>
              </a:solidFill>
            </a:endParaRPr>
          </a:p>
        </p:txBody>
      </p:sp>
      <p:sp>
        <p:nvSpPr>
          <p:cNvPr id="19469" name="TextBox 13">
            <a:extLst>
              <a:ext uri="{FF2B5EF4-FFF2-40B4-BE49-F238E27FC236}">
                <a16:creationId xmlns:a16="http://schemas.microsoft.com/office/drawing/2014/main" id="{F9F13EFB-D6A5-7C01-32CB-67E44610B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487" y="2438482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rgbClr val="4472C4"/>
                </a:solidFill>
              </a:rPr>
              <a:t>3</a:t>
            </a:r>
            <a:endParaRPr lang="en-US" altLang="en-US" sz="1800" dirty="0">
              <a:solidFill>
                <a:srgbClr val="4472C4"/>
              </a:solidFill>
            </a:endParaRPr>
          </a:p>
        </p:txBody>
      </p:sp>
      <p:sp>
        <p:nvSpPr>
          <p:cNvPr id="19470" name="TextBox 15">
            <a:extLst>
              <a:ext uri="{FF2B5EF4-FFF2-40B4-BE49-F238E27FC236}">
                <a16:creationId xmlns:a16="http://schemas.microsoft.com/office/drawing/2014/main" id="{44B6C595-0B1F-9425-C4D1-2265F72A9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3434" y="3460343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rgbClr val="4472C4"/>
                </a:solidFill>
              </a:rPr>
              <a:t>2</a:t>
            </a:r>
            <a:endParaRPr lang="en-US" altLang="en-US" sz="1800" dirty="0">
              <a:solidFill>
                <a:srgbClr val="4472C4"/>
              </a:solidFill>
            </a:endParaRPr>
          </a:p>
        </p:txBody>
      </p:sp>
      <p:sp>
        <p:nvSpPr>
          <p:cNvPr id="19471" name="TextBox 16">
            <a:extLst>
              <a:ext uri="{FF2B5EF4-FFF2-40B4-BE49-F238E27FC236}">
                <a16:creationId xmlns:a16="http://schemas.microsoft.com/office/drawing/2014/main" id="{31F63068-A8F6-62E5-74B7-FCF3FE1C6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6346" y="2185335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rgbClr val="4472C4"/>
                </a:solidFill>
              </a:rPr>
              <a:t>5</a:t>
            </a:r>
            <a:endParaRPr lang="en-US" altLang="en-US" sz="1800" dirty="0">
              <a:solidFill>
                <a:srgbClr val="4472C4"/>
              </a:solidFill>
            </a:endParaRPr>
          </a:p>
        </p:txBody>
      </p:sp>
      <p:sp>
        <p:nvSpPr>
          <p:cNvPr id="19472" name="TextBox 17">
            <a:extLst>
              <a:ext uri="{FF2B5EF4-FFF2-40B4-BE49-F238E27FC236}">
                <a16:creationId xmlns:a16="http://schemas.microsoft.com/office/drawing/2014/main" id="{2294BA26-66A4-E900-0C8E-1CC890B5DB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1822" y="3131651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rgbClr val="4472C4"/>
                </a:solidFill>
              </a:rPr>
              <a:t>4</a:t>
            </a:r>
            <a:endParaRPr lang="en-US" altLang="en-US" sz="1800" dirty="0">
              <a:solidFill>
                <a:srgbClr val="4472C4"/>
              </a:solidFill>
            </a:endParaRPr>
          </a:p>
        </p:txBody>
      </p:sp>
      <p:sp>
        <p:nvSpPr>
          <p:cNvPr id="19473" name="TextBox 18">
            <a:extLst>
              <a:ext uri="{FF2B5EF4-FFF2-40B4-BE49-F238E27FC236}">
                <a16:creationId xmlns:a16="http://schemas.microsoft.com/office/drawing/2014/main" id="{D3102AD3-AD99-1687-037C-6F54C6D05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8041" y="3447428"/>
            <a:ext cx="220012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rgbClr val="4472C4"/>
                </a:solidFill>
              </a:rPr>
              <a:t>6</a:t>
            </a:r>
            <a:endParaRPr lang="en-US" altLang="en-US" sz="1800" dirty="0">
              <a:solidFill>
                <a:srgbClr val="4472C4"/>
              </a:solidFill>
            </a:endParaRPr>
          </a:p>
        </p:txBody>
      </p:sp>
      <p:sp>
        <p:nvSpPr>
          <p:cNvPr id="19474" name="TextBox 19">
            <a:extLst>
              <a:ext uri="{FF2B5EF4-FFF2-40B4-BE49-F238E27FC236}">
                <a16:creationId xmlns:a16="http://schemas.microsoft.com/office/drawing/2014/main" id="{3AEE51DD-4B12-682C-358B-64970AB28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3111" y="3920248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rgbClr val="4472C4"/>
                </a:solidFill>
              </a:rPr>
              <a:t>7</a:t>
            </a:r>
            <a:endParaRPr lang="en-US" altLang="en-US" sz="1800" dirty="0">
              <a:solidFill>
                <a:srgbClr val="4472C4"/>
              </a:solidFill>
            </a:endParaRPr>
          </a:p>
        </p:txBody>
      </p:sp>
      <p:sp>
        <p:nvSpPr>
          <p:cNvPr id="19475" name="TextBox 20">
            <a:extLst>
              <a:ext uri="{FF2B5EF4-FFF2-40B4-BE49-F238E27FC236}">
                <a16:creationId xmlns:a16="http://schemas.microsoft.com/office/drawing/2014/main" id="{FDE698F2-34DA-5006-ED6D-ECBC711C4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7728" y="2194751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rgbClr val="4472C4"/>
                </a:solidFill>
              </a:rPr>
              <a:t>8</a:t>
            </a:r>
            <a:endParaRPr lang="en-US" altLang="en-US" sz="1800" dirty="0">
              <a:solidFill>
                <a:srgbClr val="4472C4"/>
              </a:solidFill>
            </a:endParaRPr>
          </a:p>
        </p:txBody>
      </p:sp>
      <p:sp>
        <p:nvSpPr>
          <p:cNvPr id="19476" name="TextBox 21">
            <a:extLst>
              <a:ext uri="{FF2B5EF4-FFF2-40B4-BE49-F238E27FC236}">
                <a16:creationId xmlns:a16="http://schemas.microsoft.com/office/drawing/2014/main" id="{09B3243C-6C3B-484F-8E3B-03180582A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8780" y="3770073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rgbClr val="4472C4"/>
                </a:solidFill>
              </a:rPr>
              <a:t>9</a:t>
            </a:r>
            <a:endParaRPr lang="en-US" altLang="en-US" sz="1800" dirty="0">
              <a:solidFill>
                <a:srgbClr val="4472C4"/>
              </a:solidFill>
            </a:endParaRPr>
          </a:p>
        </p:txBody>
      </p:sp>
      <p:sp>
        <p:nvSpPr>
          <p:cNvPr id="19477" name="TextBox 22">
            <a:extLst>
              <a:ext uri="{FF2B5EF4-FFF2-40B4-BE49-F238E27FC236}">
                <a16:creationId xmlns:a16="http://schemas.microsoft.com/office/drawing/2014/main" id="{1F2A61B5-937D-9783-9BA3-B8ABF7B54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5018" y="3268928"/>
            <a:ext cx="394961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rgbClr val="4472C4"/>
                </a:solidFill>
              </a:rPr>
              <a:t>10</a:t>
            </a:r>
            <a:endParaRPr lang="en-US" altLang="en-US" sz="1800" dirty="0">
              <a:solidFill>
                <a:srgbClr val="4472C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90FE9D-CFF5-BD18-3822-79E6203135D2}"/>
              </a:ext>
            </a:extLst>
          </p:cNvPr>
          <p:cNvSpPr/>
          <p:nvPr/>
        </p:nvSpPr>
        <p:spPr>
          <a:xfrm>
            <a:off x="624027" y="2000344"/>
            <a:ext cx="506185" cy="25712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65A4B6-5DBE-6430-BD9F-2752E190DD98}"/>
              </a:ext>
            </a:extLst>
          </p:cNvPr>
          <p:cNvSpPr txBox="1"/>
          <p:nvPr/>
        </p:nvSpPr>
        <p:spPr>
          <a:xfrm>
            <a:off x="1218280" y="1958597"/>
            <a:ext cx="952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06" name="Rectangle 20505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EB569D34-5021-E791-ACAA-D86F8C0D1E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 Two - Compartmentalize </a:t>
            </a:r>
            <a:r>
              <a:rPr lang="en-US" altLang="en-US" sz="34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Internal Risk</a:t>
            </a:r>
          </a:p>
        </p:txBody>
      </p:sp>
      <p:sp>
        <p:nvSpPr>
          <p:cNvPr id="20508" name="Rectangle 20507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510" name="Rectangle 20509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483" name="Rectangle 4">
            <a:extLst>
              <a:ext uri="{FF2B5EF4-FFF2-40B4-BE49-F238E27FC236}">
                <a16:creationId xmlns:a16="http://schemas.microsoft.com/office/drawing/2014/main" id="{D05B3B5C-5F5F-BA15-DFF5-0CB0CFC8A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9578" y="2052798"/>
            <a:ext cx="6361788" cy="3880691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solidFill>
                <a:schemeClr val="accent2"/>
              </a:solidFill>
            </a:endParaRPr>
          </a:p>
        </p:txBody>
      </p:sp>
      <p:sp>
        <p:nvSpPr>
          <p:cNvPr id="20484" name="Line 5">
            <a:extLst>
              <a:ext uri="{FF2B5EF4-FFF2-40B4-BE49-F238E27FC236}">
                <a16:creationId xmlns:a16="http://schemas.microsoft.com/office/drawing/2014/main" id="{36FCC13D-6497-C2DC-CF05-D84061396D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1387" y="2755245"/>
            <a:ext cx="6361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5" name="Line 6">
            <a:extLst>
              <a:ext uri="{FF2B5EF4-FFF2-40B4-BE49-F238E27FC236}">
                <a16:creationId xmlns:a16="http://schemas.microsoft.com/office/drawing/2014/main" id="{C54B8771-0DFE-5D38-517A-74E6B72CDF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1387" y="4536546"/>
            <a:ext cx="629817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6" name="Line 7">
            <a:extLst>
              <a:ext uri="{FF2B5EF4-FFF2-40B4-BE49-F238E27FC236}">
                <a16:creationId xmlns:a16="http://schemas.microsoft.com/office/drawing/2014/main" id="{8562DE21-8D37-2087-53CF-2EE1F6DFEE2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9924" y="1928213"/>
            <a:ext cx="0" cy="388069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7" name="Line 9">
            <a:extLst>
              <a:ext uri="{FF2B5EF4-FFF2-40B4-BE49-F238E27FC236}">
                <a16:creationId xmlns:a16="http://schemas.microsoft.com/office/drawing/2014/main" id="{C70C41C6-F640-6EC9-E38F-5B947BB2D669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6549" y="1991831"/>
            <a:ext cx="0" cy="38170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8" name="Line 10">
            <a:extLst>
              <a:ext uri="{FF2B5EF4-FFF2-40B4-BE49-F238E27FC236}">
                <a16:creationId xmlns:a16="http://schemas.microsoft.com/office/drawing/2014/main" id="{8219D192-9796-A3EB-7877-D0B00709F2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5005" y="6089680"/>
            <a:ext cx="617093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9" name="Line 11">
            <a:extLst>
              <a:ext uri="{FF2B5EF4-FFF2-40B4-BE49-F238E27FC236}">
                <a16:creationId xmlns:a16="http://schemas.microsoft.com/office/drawing/2014/main" id="{812DE67B-6752-6ACA-6F1C-D8DCE15F23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19680" y="1864595"/>
            <a:ext cx="0" cy="426239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0" name="Text Box 12">
            <a:extLst>
              <a:ext uri="{FF2B5EF4-FFF2-40B4-BE49-F238E27FC236}">
                <a16:creationId xmlns:a16="http://schemas.microsoft.com/office/drawing/2014/main" id="{75CA78D6-51D7-4BB1-348A-77B07D104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8662" y="6138921"/>
            <a:ext cx="5611627" cy="322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Impact to the Project</a:t>
            </a:r>
            <a:endParaRPr lang="en-US" altLang="en-US" sz="1800" dirty="0"/>
          </a:p>
        </p:txBody>
      </p:sp>
      <p:sp>
        <p:nvSpPr>
          <p:cNvPr id="20491" name="Text Box 13">
            <a:extLst>
              <a:ext uri="{FF2B5EF4-FFF2-40B4-BE49-F238E27FC236}">
                <a16:creationId xmlns:a16="http://schemas.microsoft.com/office/drawing/2014/main" id="{E2DDFC68-FA4B-0540-C05F-336E1EC2664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36989" y="3611998"/>
            <a:ext cx="4071544" cy="322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Likelihood of Happening</a:t>
            </a:r>
            <a:endParaRPr lang="en-US" altLang="en-US" sz="1800"/>
          </a:p>
        </p:txBody>
      </p:sp>
      <p:sp>
        <p:nvSpPr>
          <p:cNvPr id="20492" name="TextBox 2">
            <a:extLst>
              <a:ext uri="{FF2B5EF4-FFF2-40B4-BE49-F238E27FC236}">
                <a16:creationId xmlns:a16="http://schemas.microsoft.com/office/drawing/2014/main" id="{A12A97F2-1E40-2AA7-5568-3726D492D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556" y="2164129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dirty="0">
                <a:solidFill>
                  <a:schemeClr val="accent2"/>
                </a:solidFill>
              </a:rPr>
              <a:t>3</a:t>
            </a:r>
            <a:endParaRPr lang="en-US" altLang="en-US" sz="1800" dirty="0">
              <a:solidFill>
                <a:schemeClr val="accent2"/>
              </a:solidFill>
            </a:endParaRPr>
          </a:p>
        </p:txBody>
      </p:sp>
      <p:sp>
        <p:nvSpPr>
          <p:cNvPr id="20493" name="TextBox 13">
            <a:extLst>
              <a:ext uri="{FF2B5EF4-FFF2-40B4-BE49-F238E27FC236}">
                <a16:creationId xmlns:a16="http://schemas.microsoft.com/office/drawing/2014/main" id="{6DF29150-B2C6-A10A-2591-BF2988375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6483" y="3387650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dirty="0">
                <a:solidFill>
                  <a:schemeClr val="accent2"/>
                </a:solidFill>
              </a:rPr>
              <a:t>4</a:t>
            </a:r>
            <a:endParaRPr lang="en-US" altLang="en-US" sz="1800" dirty="0">
              <a:solidFill>
                <a:schemeClr val="accent2"/>
              </a:solidFill>
            </a:endParaRPr>
          </a:p>
        </p:txBody>
      </p:sp>
      <p:sp>
        <p:nvSpPr>
          <p:cNvPr id="20494" name="TextBox 15">
            <a:extLst>
              <a:ext uri="{FF2B5EF4-FFF2-40B4-BE49-F238E27FC236}">
                <a16:creationId xmlns:a16="http://schemas.microsoft.com/office/drawing/2014/main" id="{4D3396FF-0C51-B63C-C1AD-E267278DE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4975" y="2197300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chemeClr val="accent2"/>
                </a:solidFill>
              </a:rPr>
              <a:t>2</a:t>
            </a:r>
            <a:endParaRPr lang="en-US" altLang="en-US" sz="1800" dirty="0">
              <a:solidFill>
                <a:schemeClr val="accent2"/>
              </a:solidFill>
            </a:endParaRPr>
          </a:p>
        </p:txBody>
      </p:sp>
      <p:sp>
        <p:nvSpPr>
          <p:cNvPr id="20495" name="TextBox 16">
            <a:extLst>
              <a:ext uri="{FF2B5EF4-FFF2-40B4-BE49-F238E27FC236}">
                <a16:creationId xmlns:a16="http://schemas.microsoft.com/office/drawing/2014/main" id="{270B2616-75E8-A0BD-9DC9-37C0C5627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2008" y="2180035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dirty="0">
                <a:solidFill>
                  <a:schemeClr val="accent2"/>
                </a:solidFill>
              </a:rPr>
              <a:t>1</a:t>
            </a:r>
            <a:endParaRPr lang="en-US" altLang="en-US" sz="1800" dirty="0">
              <a:solidFill>
                <a:schemeClr val="accent2"/>
              </a:solidFill>
            </a:endParaRPr>
          </a:p>
        </p:txBody>
      </p:sp>
      <p:sp>
        <p:nvSpPr>
          <p:cNvPr id="20496" name="TextBox 17">
            <a:extLst>
              <a:ext uri="{FF2B5EF4-FFF2-40B4-BE49-F238E27FC236}">
                <a16:creationId xmlns:a16="http://schemas.microsoft.com/office/drawing/2014/main" id="{9F06C50A-99A9-16DB-7C9F-B54B8FD64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6728" y="2413299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dirty="0">
                <a:solidFill>
                  <a:schemeClr val="accent2"/>
                </a:solidFill>
              </a:rPr>
              <a:t>7</a:t>
            </a:r>
            <a:endParaRPr lang="en-US" altLang="en-US" sz="1800" dirty="0">
              <a:solidFill>
                <a:schemeClr val="accent2"/>
              </a:solidFill>
            </a:endParaRPr>
          </a:p>
        </p:txBody>
      </p:sp>
      <p:sp>
        <p:nvSpPr>
          <p:cNvPr id="20497" name="TextBox 18">
            <a:extLst>
              <a:ext uri="{FF2B5EF4-FFF2-40B4-BE49-F238E27FC236}">
                <a16:creationId xmlns:a16="http://schemas.microsoft.com/office/drawing/2014/main" id="{F7F8A691-BFA3-2875-210F-CB53A7FC3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3338" y="2347031"/>
            <a:ext cx="218686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chemeClr val="accent2"/>
                </a:solidFill>
              </a:rPr>
              <a:t>6</a:t>
            </a:r>
            <a:endParaRPr lang="en-US" altLang="en-US" sz="1800" dirty="0">
              <a:solidFill>
                <a:schemeClr val="accent2"/>
              </a:solidFill>
            </a:endParaRPr>
          </a:p>
        </p:txBody>
      </p:sp>
      <p:sp>
        <p:nvSpPr>
          <p:cNvPr id="20498" name="TextBox 19">
            <a:extLst>
              <a:ext uri="{FF2B5EF4-FFF2-40B4-BE49-F238E27FC236}">
                <a16:creationId xmlns:a16="http://schemas.microsoft.com/office/drawing/2014/main" id="{3A917800-4673-7637-1BFF-9DAB546BA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1772" y="3310923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dirty="0">
                <a:solidFill>
                  <a:schemeClr val="accent2"/>
                </a:solidFill>
              </a:rPr>
              <a:t>5</a:t>
            </a:r>
            <a:endParaRPr lang="en-US" altLang="en-US" sz="1800" dirty="0">
              <a:solidFill>
                <a:schemeClr val="accent2"/>
              </a:solidFill>
            </a:endParaRPr>
          </a:p>
        </p:txBody>
      </p:sp>
      <p:sp>
        <p:nvSpPr>
          <p:cNvPr id="20499" name="TextBox 20">
            <a:extLst>
              <a:ext uri="{FF2B5EF4-FFF2-40B4-BE49-F238E27FC236}">
                <a16:creationId xmlns:a16="http://schemas.microsoft.com/office/drawing/2014/main" id="{2D0569BB-EB11-CBA2-808B-11334D96A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2555" y="3601467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chemeClr val="accent2"/>
                </a:solidFill>
              </a:rPr>
              <a:t>8</a:t>
            </a:r>
            <a:endParaRPr lang="en-US" altLang="en-US" sz="1800" dirty="0">
              <a:solidFill>
                <a:schemeClr val="accent2"/>
              </a:solidFill>
            </a:endParaRPr>
          </a:p>
        </p:txBody>
      </p:sp>
      <p:sp>
        <p:nvSpPr>
          <p:cNvPr id="20500" name="TextBox 21">
            <a:extLst>
              <a:ext uri="{FF2B5EF4-FFF2-40B4-BE49-F238E27FC236}">
                <a16:creationId xmlns:a16="http://schemas.microsoft.com/office/drawing/2014/main" id="{804E144F-DBB0-FF6B-B5DB-14DBF9FC1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5020" y="3640532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chemeClr val="accent2"/>
                </a:solidFill>
              </a:rPr>
              <a:t>9</a:t>
            </a:r>
            <a:endParaRPr lang="en-US" altLang="en-US" sz="1800" dirty="0">
              <a:solidFill>
                <a:schemeClr val="accent2"/>
              </a:solidFill>
            </a:endParaRPr>
          </a:p>
        </p:txBody>
      </p:sp>
      <p:sp>
        <p:nvSpPr>
          <p:cNvPr id="20501" name="TextBox 22">
            <a:extLst>
              <a:ext uri="{FF2B5EF4-FFF2-40B4-BE49-F238E27FC236}">
                <a16:creationId xmlns:a16="http://schemas.microsoft.com/office/drawing/2014/main" id="{6A000D8B-7829-E50E-3FC9-9A5F0C20D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3751" y="2209551"/>
            <a:ext cx="394961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chemeClr val="accent2"/>
                </a:solidFill>
              </a:rPr>
              <a:t>10</a:t>
            </a:r>
            <a:endParaRPr lang="en-US" altLang="en-US" sz="1800" dirty="0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17906E-ED75-7FAA-05E8-A4AD16D9275A}"/>
              </a:ext>
            </a:extLst>
          </p:cNvPr>
          <p:cNvSpPr/>
          <p:nvPr/>
        </p:nvSpPr>
        <p:spPr>
          <a:xfrm>
            <a:off x="621501" y="2035568"/>
            <a:ext cx="506185" cy="25712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9C7F33-547A-0EE8-7297-0E77D18C4438}"/>
              </a:ext>
            </a:extLst>
          </p:cNvPr>
          <p:cNvSpPr txBox="1"/>
          <p:nvPr/>
        </p:nvSpPr>
        <p:spPr>
          <a:xfrm>
            <a:off x="1193907" y="1979463"/>
            <a:ext cx="917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535350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06" name="Rectangle 20505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EB569D34-5021-E791-ACAA-D86F8C0D1E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 Two - Compartmentalize </a:t>
            </a:r>
            <a:r>
              <a:rPr lang="en-US" altLang="en-US" sz="34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Internal &amp; External Risk</a:t>
            </a:r>
          </a:p>
        </p:txBody>
      </p:sp>
      <p:sp>
        <p:nvSpPr>
          <p:cNvPr id="20508" name="Rectangle 20507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510" name="Rectangle 20509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483" name="Rectangle 4">
            <a:extLst>
              <a:ext uri="{FF2B5EF4-FFF2-40B4-BE49-F238E27FC236}">
                <a16:creationId xmlns:a16="http://schemas.microsoft.com/office/drawing/2014/main" id="{D05B3B5C-5F5F-BA15-DFF5-0CB0CFC8A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9578" y="2052798"/>
            <a:ext cx="6361788" cy="3880691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  <p:sp>
        <p:nvSpPr>
          <p:cNvPr id="20484" name="Line 5">
            <a:extLst>
              <a:ext uri="{FF2B5EF4-FFF2-40B4-BE49-F238E27FC236}">
                <a16:creationId xmlns:a16="http://schemas.microsoft.com/office/drawing/2014/main" id="{36FCC13D-6497-C2DC-CF05-D84061396D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1387" y="2755245"/>
            <a:ext cx="6361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5" name="Line 6">
            <a:extLst>
              <a:ext uri="{FF2B5EF4-FFF2-40B4-BE49-F238E27FC236}">
                <a16:creationId xmlns:a16="http://schemas.microsoft.com/office/drawing/2014/main" id="{C54B8771-0DFE-5D38-517A-74E6B72CDF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1387" y="4536546"/>
            <a:ext cx="629817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6" name="Line 7">
            <a:extLst>
              <a:ext uri="{FF2B5EF4-FFF2-40B4-BE49-F238E27FC236}">
                <a16:creationId xmlns:a16="http://schemas.microsoft.com/office/drawing/2014/main" id="{8562DE21-8D37-2087-53CF-2EE1F6DFEE2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9924" y="1928213"/>
            <a:ext cx="0" cy="388069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7" name="Line 9">
            <a:extLst>
              <a:ext uri="{FF2B5EF4-FFF2-40B4-BE49-F238E27FC236}">
                <a16:creationId xmlns:a16="http://schemas.microsoft.com/office/drawing/2014/main" id="{C70C41C6-F640-6EC9-E38F-5B947BB2D669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6549" y="1991831"/>
            <a:ext cx="0" cy="38170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8" name="Line 10">
            <a:extLst>
              <a:ext uri="{FF2B5EF4-FFF2-40B4-BE49-F238E27FC236}">
                <a16:creationId xmlns:a16="http://schemas.microsoft.com/office/drawing/2014/main" id="{8219D192-9796-A3EB-7877-D0B00709F2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5005" y="6089680"/>
            <a:ext cx="617093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9" name="Line 11">
            <a:extLst>
              <a:ext uri="{FF2B5EF4-FFF2-40B4-BE49-F238E27FC236}">
                <a16:creationId xmlns:a16="http://schemas.microsoft.com/office/drawing/2014/main" id="{812DE67B-6752-6ACA-6F1C-D8DCE15F23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19680" y="1864595"/>
            <a:ext cx="0" cy="426239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0" name="Text Box 12">
            <a:extLst>
              <a:ext uri="{FF2B5EF4-FFF2-40B4-BE49-F238E27FC236}">
                <a16:creationId xmlns:a16="http://schemas.microsoft.com/office/drawing/2014/main" id="{75CA78D6-51D7-4BB1-348A-77B07D104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8662" y="6138921"/>
            <a:ext cx="5611627" cy="322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Impact to the Project</a:t>
            </a:r>
            <a:endParaRPr lang="en-US" altLang="en-US" sz="1800" dirty="0"/>
          </a:p>
        </p:txBody>
      </p:sp>
      <p:sp>
        <p:nvSpPr>
          <p:cNvPr id="20491" name="Text Box 13">
            <a:extLst>
              <a:ext uri="{FF2B5EF4-FFF2-40B4-BE49-F238E27FC236}">
                <a16:creationId xmlns:a16="http://schemas.microsoft.com/office/drawing/2014/main" id="{E2DDFC68-FA4B-0540-C05F-336E1EC2664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36989" y="3611998"/>
            <a:ext cx="4071544" cy="322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Likelihood of Happening</a:t>
            </a:r>
            <a:endParaRPr lang="en-US" altLang="en-US" sz="1800"/>
          </a:p>
        </p:txBody>
      </p:sp>
      <p:sp>
        <p:nvSpPr>
          <p:cNvPr id="20492" name="TextBox 2">
            <a:extLst>
              <a:ext uri="{FF2B5EF4-FFF2-40B4-BE49-F238E27FC236}">
                <a16:creationId xmlns:a16="http://schemas.microsoft.com/office/drawing/2014/main" id="{A12A97F2-1E40-2AA7-5568-3726D492D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556" y="2164129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dirty="0">
                <a:solidFill>
                  <a:schemeClr val="accent2"/>
                </a:solidFill>
              </a:rPr>
              <a:t>3</a:t>
            </a:r>
            <a:endParaRPr lang="en-US" altLang="en-US" sz="1800" dirty="0">
              <a:solidFill>
                <a:schemeClr val="accent2"/>
              </a:solidFill>
            </a:endParaRPr>
          </a:p>
        </p:txBody>
      </p:sp>
      <p:sp>
        <p:nvSpPr>
          <p:cNvPr id="20493" name="TextBox 13">
            <a:extLst>
              <a:ext uri="{FF2B5EF4-FFF2-40B4-BE49-F238E27FC236}">
                <a16:creationId xmlns:a16="http://schemas.microsoft.com/office/drawing/2014/main" id="{6DF29150-B2C6-A10A-2591-BF2988375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6483" y="3387650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dirty="0">
                <a:solidFill>
                  <a:schemeClr val="accent2"/>
                </a:solidFill>
              </a:rPr>
              <a:t>4</a:t>
            </a:r>
            <a:endParaRPr lang="en-US" altLang="en-US" sz="1800" dirty="0">
              <a:solidFill>
                <a:schemeClr val="accent2"/>
              </a:solidFill>
            </a:endParaRPr>
          </a:p>
        </p:txBody>
      </p:sp>
      <p:sp>
        <p:nvSpPr>
          <p:cNvPr id="20494" name="TextBox 15">
            <a:extLst>
              <a:ext uri="{FF2B5EF4-FFF2-40B4-BE49-F238E27FC236}">
                <a16:creationId xmlns:a16="http://schemas.microsoft.com/office/drawing/2014/main" id="{4D3396FF-0C51-B63C-C1AD-E267278DE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4975" y="2197300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chemeClr val="accent2"/>
                </a:solidFill>
              </a:rPr>
              <a:t>2</a:t>
            </a:r>
            <a:endParaRPr lang="en-US" altLang="en-US" sz="1800" dirty="0">
              <a:solidFill>
                <a:schemeClr val="accent2"/>
              </a:solidFill>
            </a:endParaRPr>
          </a:p>
        </p:txBody>
      </p:sp>
      <p:sp>
        <p:nvSpPr>
          <p:cNvPr id="20495" name="TextBox 16">
            <a:extLst>
              <a:ext uri="{FF2B5EF4-FFF2-40B4-BE49-F238E27FC236}">
                <a16:creationId xmlns:a16="http://schemas.microsoft.com/office/drawing/2014/main" id="{270B2616-75E8-A0BD-9DC9-37C0C5627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2008" y="2180035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dirty="0">
                <a:solidFill>
                  <a:schemeClr val="accent2"/>
                </a:solidFill>
              </a:rPr>
              <a:t>1</a:t>
            </a:r>
            <a:endParaRPr lang="en-US" altLang="en-US" sz="1800" dirty="0">
              <a:solidFill>
                <a:schemeClr val="accent2"/>
              </a:solidFill>
            </a:endParaRPr>
          </a:p>
        </p:txBody>
      </p:sp>
      <p:sp>
        <p:nvSpPr>
          <p:cNvPr id="20496" name="TextBox 17">
            <a:extLst>
              <a:ext uri="{FF2B5EF4-FFF2-40B4-BE49-F238E27FC236}">
                <a16:creationId xmlns:a16="http://schemas.microsoft.com/office/drawing/2014/main" id="{9F06C50A-99A9-16DB-7C9F-B54B8FD64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1444" y="2333205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dirty="0">
                <a:solidFill>
                  <a:schemeClr val="accent2"/>
                </a:solidFill>
              </a:rPr>
              <a:t>7</a:t>
            </a:r>
            <a:endParaRPr lang="en-US" altLang="en-US" sz="1800" dirty="0">
              <a:solidFill>
                <a:schemeClr val="accent2"/>
              </a:solidFill>
            </a:endParaRPr>
          </a:p>
        </p:txBody>
      </p:sp>
      <p:sp>
        <p:nvSpPr>
          <p:cNvPr id="20497" name="TextBox 18">
            <a:extLst>
              <a:ext uri="{FF2B5EF4-FFF2-40B4-BE49-F238E27FC236}">
                <a16:creationId xmlns:a16="http://schemas.microsoft.com/office/drawing/2014/main" id="{F7F8A691-BFA3-2875-210F-CB53A7FC3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2933" y="2244910"/>
            <a:ext cx="218686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chemeClr val="accent2"/>
                </a:solidFill>
              </a:rPr>
              <a:t>6</a:t>
            </a:r>
            <a:endParaRPr lang="en-US" altLang="en-US" sz="1800" dirty="0">
              <a:solidFill>
                <a:schemeClr val="accent2"/>
              </a:solidFill>
            </a:endParaRPr>
          </a:p>
        </p:txBody>
      </p:sp>
      <p:sp>
        <p:nvSpPr>
          <p:cNvPr id="20498" name="TextBox 19">
            <a:extLst>
              <a:ext uri="{FF2B5EF4-FFF2-40B4-BE49-F238E27FC236}">
                <a16:creationId xmlns:a16="http://schemas.microsoft.com/office/drawing/2014/main" id="{3A917800-4673-7637-1BFF-9DAB546BA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1772" y="3310923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dirty="0">
                <a:solidFill>
                  <a:schemeClr val="accent2"/>
                </a:solidFill>
              </a:rPr>
              <a:t>5</a:t>
            </a:r>
            <a:endParaRPr lang="en-US" altLang="en-US" sz="1800" dirty="0">
              <a:solidFill>
                <a:schemeClr val="accent2"/>
              </a:solidFill>
            </a:endParaRPr>
          </a:p>
        </p:txBody>
      </p:sp>
      <p:sp>
        <p:nvSpPr>
          <p:cNvPr id="20499" name="TextBox 20">
            <a:extLst>
              <a:ext uri="{FF2B5EF4-FFF2-40B4-BE49-F238E27FC236}">
                <a16:creationId xmlns:a16="http://schemas.microsoft.com/office/drawing/2014/main" id="{2D0569BB-EB11-CBA2-808B-11334D96A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2555" y="3601467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chemeClr val="accent2"/>
                </a:solidFill>
              </a:rPr>
              <a:t>8</a:t>
            </a:r>
            <a:endParaRPr lang="en-US" altLang="en-US" sz="1800" dirty="0">
              <a:solidFill>
                <a:schemeClr val="accent2"/>
              </a:solidFill>
            </a:endParaRPr>
          </a:p>
        </p:txBody>
      </p:sp>
      <p:sp>
        <p:nvSpPr>
          <p:cNvPr id="20500" name="TextBox 21">
            <a:extLst>
              <a:ext uri="{FF2B5EF4-FFF2-40B4-BE49-F238E27FC236}">
                <a16:creationId xmlns:a16="http://schemas.microsoft.com/office/drawing/2014/main" id="{804E144F-DBB0-FF6B-B5DB-14DBF9FC1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5020" y="3640532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chemeClr val="accent2"/>
                </a:solidFill>
              </a:rPr>
              <a:t>9</a:t>
            </a:r>
            <a:endParaRPr lang="en-US" altLang="en-US" sz="1800" dirty="0">
              <a:solidFill>
                <a:schemeClr val="accent2"/>
              </a:solidFill>
            </a:endParaRPr>
          </a:p>
        </p:txBody>
      </p:sp>
      <p:sp>
        <p:nvSpPr>
          <p:cNvPr id="20501" name="TextBox 22">
            <a:extLst>
              <a:ext uri="{FF2B5EF4-FFF2-40B4-BE49-F238E27FC236}">
                <a16:creationId xmlns:a16="http://schemas.microsoft.com/office/drawing/2014/main" id="{6A000D8B-7829-E50E-3FC9-9A5F0C20D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3751" y="2209551"/>
            <a:ext cx="394961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chemeClr val="accent2"/>
                </a:solidFill>
              </a:rPr>
              <a:t>10</a:t>
            </a:r>
            <a:endParaRPr lang="en-US" altLang="en-US" sz="1800" dirty="0">
              <a:solidFill>
                <a:schemeClr val="accent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A90374-DC02-9A0B-819B-C553945E6722}"/>
              </a:ext>
            </a:extLst>
          </p:cNvPr>
          <p:cNvSpPr/>
          <p:nvPr/>
        </p:nvSpPr>
        <p:spPr>
          <a:xfrm>
            <a:off x="587829" y="1928213"/>
            <a:ext cx="506185" cy="25712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472C4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689DEE-1BCB-2A93-6C03-AC16F74375FD}"/>
              </a:ext>
            </a:extLst>
          </p:cNvPr>
          <p:cNvSpPr/>
          <p:nvPr/>
        </p:nvSpPr>
        <p:spPr>
          <a:xfrm>
            <a:off x="587829" y="2342494"/>
            <a:ext cx="506185" cy="25712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F345F5-D420-D3F6-14DD-57A29C1FAC54}"/>
              </a:ext>
            </a:extLst>
          </p:cNvPr>
          <p:cNvSpPr txBox="1"/>
          <p:nvPr/>
        </p:nvSpPr>
        <p:spPr>
          <a:xfrm>
            <a:off x="1160235" y="1872108"/>
            <a:ext cx="952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External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5C9F92-74F3-1BC2-4031-6BF8FB9A04ED}"/>
              </a:ext>
            </a:extLst>
          </p:cNvPr>
          <p:cNvSpPr txBox="1"/>
          <p:nvPr/>
        </p:nvSpPr>
        <p:spPr>
          <a:xfrm>
            <a:off x="1182082" y="2300747"/>
            <a:ext cx="917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Internal</a:t>
            </a: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3A824771-6339-85D1-B8B2-5A604A1C8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9187" y="2326153"/>
            <a:ext cx="394961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rgbClr val="4472C4"/>
                </a:solidFill>
              </a:rPr>
              <a:t>1</a:t>
            </a:r>
            <a:endParaRPr lang="en-US" altLang="en-US" sz="1800" dirty="0">
              <a:solidFill>
                <a:srgbClr val="4472C4"/>
              </a:solidFill>
            </a:endParaRPr>
          </a:p>
        </p:txBody>
      </p:sp>
      <p:sp>
        <p:nvSpPr>
          <p:cNvPr id="16" name="TextBox 22">
            <a:extLst>
              <a:ext uri="{FF2B5EF4-FFF2-40B4-BE49-F238E27FC236}">
                <a16:creationId xmlns:a16="http://schemas.microsoft.com/office/drawing/2014/main" id="{15BF016F-2AFE-C196-5DC0-70AD125A5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7546" y="2186368"/>
            <a:ext cx="39496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800" dirty="0">
                <a:solidFill>
                  <a:srgbClr val="4472C4"/>
                </a:solidFill>
              </a:rPr>
              <a:t>8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71BBE6C4-5C07-834E-1918-C880A07C0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487" y="2438482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rgbClr val="4472C4"/>
                </a:solidFill>
              </a:rPr>
              <a:t>3</a:t>
            </a:r>
            <a:endParaRPr lang="en-US" altLang="en-US" sz="1800" dirty="0">
              <a:solidFill>
                <a:srgbClr val="4472C4"/>
              </a:solidFill>
            </a:endParaRP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9F177682-9892-5138-EB8C-739E87FDF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6346" y="2185335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rgbClr val="4472C4"/>
                </a:solidFill>
              </a:rPr>
              <a:t>5</a:t>
            </a:r>
            <a:endParaRPr lang="en-US" altLang="en-US" sz="1800" dirty="0">
              <a:solidFill>
                <a:srgbClr val="4472C4"/>
              </a:solidFill>
            </a:endParaRP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FC8087DA-66DF-D280-3C97-F14F0AA98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8780" y="3770073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rgbClr val="4472C4"/>
                </a:solidFill>
              </a:rPr>
              <a:t>9</a:t>
            </a:r>
            <a:endParaRPr lang="en-US" altLang="en-US" sz="1800" dirty="0">
              <a:solidFill>
                <a:srgbClr val="4472C4"/>
              </a:solidFill>
            </a:endParaRP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18641970-1F21-F4AA-8BF8-D19C049E0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5018" y="3268928"/>
            <a:ext cx="394961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rgbClr val="4472C4"/>
                </a:solidFill>
              </a:rPr>
              <a:t>10</a:t>
            </a:r>
            <a:endParaRPr lang="en-US" altLang="en-US" sz="1800" dirty="0">
              <a:solidFill>
                <a:srgbClr val="4472C4"/>
              </a:solidFill>
            </a:endParaRP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6536086D-444D-8C8C-F149-7D4EE8BB5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3434" y="3460343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rgbClr val="4472C4"/>
                </a:solidFill>
              </a:rPr>
              <a:t>2</a:t>
            </a:r>
            <a:endParaRPr lang="en-US" altLang="en-US" sz="1800" dirty="0">
              <a:solidFill>
                <a:srgbClr val="4472C4"/>
              </a:solidFill>
            </a:endParaRPr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D3D85998-5E63-6671-1F96-F3EEACC7E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1822" y="3131651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rgbClr val="4472C4"/>
                </a:solidFill>
              </a:rPr>
              <a:t>4</a:t>
            </a:r>
            <a:endParaRPr lang="en-US" altLang="en-US" sz="1800" dirty="0">
              <a:solidFill>
                <a:srgbClr val="4472C4"/>
              </a:solidFill>
            </a:endParaRP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D9C262FD-CA48-838A-E62A-FC91B16B3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3111" y="3920248"/>
            <a:ext cx="190854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rgbClr val="4472C4"/>
                </a:solidFill>
              </a:rPr>
              <a:t>7</a:t>
            </a:r>
            <a:endParaRPr lang="en-US" altLang="en-US" sz="1800" dirty="0">
              <a:solidFill>
                <a:srgbClr val="4472C4"/>
              </a:solidFill>
            </a:endParaRPr>
          </a:p>
        </p:txBody>
      </p:sp>
      <p:sp>
        <p:nvSpPr>
          <p:cNvPr id="24" name="TextBox 18">
            <a:extLst>
              <a:ext uri="{FF2B5EF4-FFF2-40B4-BE49-F238E27FC236}">
                <a16:creationId xmlns:a16="http://schemas.microsoft.com/office/drawing/2014/main" id="{EE94677E-BE45-F5AD-FB8B-2F96C76F1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3593" y="3630007"/>
            <a:ext cx="220012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58952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94" kern="1200" dirty="0">
                <a:solidFill>
                  <a:srgbClr val="4472C4"/>
                </a:solidFill>
              </a:rPr>
              <a:t>6</a:t>
            </a:r>
            <a:endParaRPr lang="en-US" altLang="en-US" sz="1800" dirty="0">
              <a:solidFill>
                <a:srgbClr val="4472C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19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 descr="Laptop Secure">
            <a:extLst>
              <a:ext uri="{FF2B5EF4-FFF2-40B4-BE49-F238E27FC236}">
                <a16:creationId xmlns:a16="http://schemas.microsoft.com/office/drawing/2014/main" id="{B5B46D24-F7F9-BBD4-FB9D-B1F2A11C9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675" y="1410905"/>
            <a:ext cx="4032621" cy="4032621"/>
          </a:xfrm>
          <a:prstGeom prst="rect">
            <a:avLst/>
          </a:prstGeom>
        </p:spPr>
      </p:pic>
      <p:sp>
        <p:nvSpPr>
          <p:cNvPr id="67" name="Right Triangle 66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029" y="623275"/>
            <a:ext cx="6570797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E6BA5-3844-9112-70F4-6E5BDF8F5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659" y="1188637"/>
            <a:ext cx="5642312" cy="1597228"/>
          </a:xfrm>
        </p:spPr>
        <p:txBody>
          <a:bodyPr>
            <a:normAutofit/>
          </a:bodyPr>
          <a:lstStyle/>
          <a:p>
            <a:r>
              <a:rPr lang="en-US" sz="5400" dirty="0"/>
              <a:t>Top five major risk for the project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0481D747-E0C4-50CD-2B13-DA780852DC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9696689"/>
              </p:ext>
            </p:extLst>
          </p:nvPr>
        </p:nvGraphicFramePr>
        <p:xfrm>
          <a:off x="5465660" y="2998278"/>
          <a:ext cx="4370103" cy="2728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87800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5FA4-8F77-A108-8CEE-86670621D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Steps 3, 4 -  Strategize and Actionize - </a:t>
            </a:r>
            <a:r>
              <a:rPr lang="en-IN" sz="4000" b="1" dirty="0"/>
              <a:t>Data Collection Delays</a:t>
            </a:r>
            <a:endParaRPr lang="en-US" sz="4000" b="1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631BAC8-A136-6DF2-34FA-2F9BC04F70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938116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0765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87E4E9-DFB5-2728-DF26-A91E25F71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Steps 3, 4 -  Strategize and Actionize - </a:t>
            </a:r>
            <a:r>
              <a:rPr lang="en-IN" b="1" dirty="0"/>
              <a:t>Data Validation Issues</a:t>
            </a:r>
            <a:endParaRPr lang="en-US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586940-D0CC-928F-38C2-96FA3FCC78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310860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3680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6850C4-2D95-938F-D708-C49499BA0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Autofit/>
          </a:bodyPr>
          <a:lstStyle/>
          <a:p>
            <a:r>
              <a:rPr lang="en-US" altLang="en-US" sz="4000" dirty="0"/>
              <a:t>Steps 3, 4 -  Strategize and Actionize - </a:t>
            </a:r>
            <a:r>
              <a:rPr lang="en-IN" sz="4000" b="1" dirty="0"/>
              <a:t>Security Protocol Gaps</a:t>
            </a:r>
            <a:endParaRPr lang="en-US" sz="4000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D6D8B4-884E-374E-70F9-F0FB5F954E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55016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7336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A5CF4D3-E43C-E6CC-20D0-A87D42B84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072D21-A910-ADAC-7BE7-0534C4B40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altLang="en-US" sz="3600"/>
              <a:t>Steps 3, 4 -  Strategize and Actionize - </a:t>
            </a:r>
            <a:r>
              <a:rPr lang="en-IN" sz="3600" b="0" i="0">
                <a:effectLst/>
                <a:latin typeface="Söhne"/>
              </a:rPr>
              <a:t>Legal and Regulatory Changes</a:t>
            </a:r>
            <a:endParaRPr lang="en-US" sz="36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457EF0-A8F9-3E41-1071-C2B67AEAE5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969429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0427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F6DA22B-C3E0-BE3A-3D9C-243264CA6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DDC498-C9BA-4E95-A4E0-DD0C95552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Autofit/>
          </a:bodyPr>
          <a:lstStyle/>
          <a:p>
            <a:r>
              <a:rPr lang="en-US" altLang="en-US" sz="4000"/>
              <a:t>Steps 3, 4 -  Strategize and Actionize - </a:t>
            </a:r>
            <a:r>
              <a:rPr lang="en-IN" sz="4000" b="1"/>
              <a:t>Vendor Reliability</a:t>
            </a:r>
            <a:endParaRPr lang="en-US" sz="4000" b="1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694443A-D70F-DA07-14C0-5951D558A8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519531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5438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2015</TotalTime>
  <Words>940</Words>
  <Application>Microsoft Macintosh PowerPoint</Application>
  <PresentationFormat>Widescreen</PresentationFormat>
  <Paragraphs>188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Söhne</vt:lpstr>
      <vt:lpstr>Office Theme</vt:lpstr>
      <vt:lpstr>ITIS 6342 Risk Management</vt:lpstr>
      <vt:lpstr>Step One - Categorize</vt:lpstr>
      <vt:lpstr>Step Two - Compartmentalize External Risks</vt:lpstr>
      <vt:lpstr>Step Two - Compartmentalize Internal Risk</vt:lpstr>
      <vt:lpstr>Step Two - Compartmentalize Internal &amp; External Risk</vt:lpstr>
      <vt:lpstr>Top five major risk for the project</vt:lpstr>
      <vt:lpstr>Steps 3, 4 -  Strategize and Actionize - Data Collection Delays</vt:lpstr>
      <vt:lpstr>Steps 3, 4 -  Strategize and Actionize - Data Validation Issues</vt:lpstr>
      <vt:lpstr>Steps 3, 4 -  Strategize and Actionize - Security Protocol Gaps</vt:lpstr>
      <vt:lpstr>Steps 3, 4 -  Strategize and Actionize - Legal and Regulatory Changes</vt:lpstr>
      <vt:lpstr>Steps 3, 4 -  Strategize and Actionize - Vendor Reliability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ITIS 6342 Risk Management</dc:title>
  <dc:creator>Muthu Selvam</dc:creator>
  <cp:lastModifiedBy>Muthu Selvam</cp:lastModifiedBy>
  <cp:revision>62</cp:revision>
  <dcterms:created xsi:type="dcterms:W3CDTF">2023-12-02T22:07:13Z</dcterms:created>
  <dcterms:modified xsi:type="dcterms:W3CDTF">2023-12-10T20:09:03Z</dcterms:modified>
</cp:coreProperties>
</file>